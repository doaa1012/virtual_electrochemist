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C7CEA-BD0D-C729-828E-110A272429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F0ED80-585C-8BC0-6667-415E71DCCB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8F61E0-5E80-932B-9DB2-4397F476E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6D730-C8A4-4EDE-BC5F-9F014CD31902}" type="datetimeFigureOut">
              <a:rPr lang="LID4096" smtClean="0"/>
              <a:t>10/09/2025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7ED077-D53F-AA9F-4A1F-2DAB3330E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245B14-D3F3-1D9C-7CAF-D2C182C1C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8076A-E90A-46A0-B7E7-A62F93D4E9B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610862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E9C88-25C4-8A38-2DD8-656AA256B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472920-9C4B-8DDD-789E-28A4EDB32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D8515D-6FA4-F583-447F-743B850A9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6D730-C8A4-4EDE-BC5F-9F014CD31902}" type="datetimeFigureOut">
              <a:rPr lang="LID4096" smtClean="0"/>
              <a:t>10/09/2025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CCCF59-DAB5-8EE9-0A4F-A054B0169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627A06-6D18-6075-DFBA-A7BA9D778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8076A-E90A-46A0-B7E7-A62F93D4E9B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84959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D3F24-04D5-8DEE-34BC-299D8B919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1BC81A-6BB7-FF43-F3C0-CC3285CF21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E02B00-9C35-1DB9-1502-3BC7BAD67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6D730-C8A4-4EDE-BC5F-9F014CD31902}" type="datetimeFigureOut">
              <a:rPr lang="LID4096" smtClean="0"/>
              <a:t>10/09/2025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513860-5CBA-1A73-3F02-A48D647DF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865B3A-7501-F014-2F56-B22ACE282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8076A-E90A-46A0-B7E7-A62F93D4E9B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2366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6F3F9-849D-1893-0499-4AB364742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109DC6-95CF-D341-ACE1-B4DFE8DC8A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56A60E-A6BE-3C57-D308-9737DB2BD9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E11122-A685-C974-F338-76FF26211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6D730-C8A4-4EDE-BC5F-9F014CD31902}" type="datetimeFigureOut">
              <a:rPr lang="LID4096" smtClean="0"/>
              <a:t>10/09/2025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172486-AAE1-33AC-9E51-902744D05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5E61D9-D2F2-E2EA-AE33-E717680EC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8076A-E90A-46A0-B7E7-A62F93D4E9B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689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D66AD-D079-DD14-7E96-1D0F9E4A8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B215EF-A457-24EE-D808-4CD2DF5AAD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9945E9-DF77-0B4B-D491-2DE043DFF4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7BCDD7-598B-92AB-E708-96C9DB3946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520CC5-C818-2BB7-29D3-DB1DD6D77A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7E3B6A-2768-0515-2774-C7160F0A3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6D730-C8A4-4EDE-BC5F-9F014CD31902}" type="datetimeFigureOut">
              <a:rPr lang="LID4096" smtClean="0"/>
              <a:t>10/09/2025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18855B-1777-9E14-2793-D7F6B519F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D63E6A-21F9-9CAF-BBE8-75596658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8076A-E90A-46A0-B7E7-A62F93D4E9B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915395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DC594-5145-26CF-49B5-B486F793C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D656E2-2CAA-6DFC-4D28-CA5B006E9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6D730-C8A4-4EDE-BC5F-9F014CD31902}" type="datetimeFigureOut">
              <a:rPr lang="LID4096" smtClean="0"/>
              <a:t>10/09/2025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2D6257-D0D0-6E9B-C452-EB1164376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8F22B2-4109-FE49-FAE4-E678ED697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8076A-E90A-46A0-B7E7-A62F93D4E9B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001946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E394A2-7F04-3537-D487-08A951A38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6D730-C8A4-4EDE-BC5F-9F014CD31902}" type="datetimeFigureOut">
              <a:rPr lang="LID4096" smtClean="0"/>
              <a:t>10/09/2025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3015B3-5E9A-F25C-B3CD-F3B243F1C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3D383A-CECD-EF38-49B7-B65733B4B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8076A-E90A-46A0-B7E7-A62F93D4E9B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47939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41983-D822-DA00-2B69-7C44409ED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ECA5C2-B60A-9EED-7207-772FEED1D4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5AB2D6-6A78-5F1D-DF1A-0317758B1B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0EBAF6-92F4-61D8-96F9-1CC7B6C9E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6D730-C8A4-4EDE-BC5F-9F014CD31902}" type="datetimeFigureOut">
              <a:rPr lang="LID4096" smtClean="0"/>
              <a:t>10/09/2025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23E1BF-6CBD-A6FF-D172-9C3F994C2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463CF0-832B-5883-20A2-EF8B5F96B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8076A-E90A-46A0-B7E7-A62F93D4E9B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841821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16838-A2CE-F67C-9509-C28F2162C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1DA7F3-16E2-0132-FC76-905DAA2DA0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524EFB-35B7-B409-A14E-3A67DE6989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D48329-77FE-E5D1-022D-890E9AA5B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6D730-C8A4-4EDE-BC5F-9F014CD31902}" type="datetimeFigureOut">
              <a:rPr lang="LID4096" smtClean="0"/>
              <a:t>10/09/2025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08381C-26C5-1A5D-CB93-9F377C113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9D43D6-EA0C-1E03-3823-F5DEDF418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8076A-E90A-46A0-B7E7-A62F93D4E9B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53136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586D2-6440-11E0-E621-D933DEC31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748945-2137-C749-CFC2-1724F2D54A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D07F82-061D-461C-4526-B850D7FA7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6D730-C8A4-4EDE-BC5F-9F014CD31902}" type="datetimeFigureOut">
              <a:rPr lang="LID4096" smtClean="0"/>
              <a:t>10/09/2025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FFE78-E0E2-0872-FA9A-2B82B034B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9B3D2F-A21C-9B0F-0580-F5CEB63A6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8076A-E90A-46A0-B7E7-A62F93D4E9B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917334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F0F84C-A613-5234-81D0-DB6FCA9C9D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4DCC6C-EEB9-8B05-F2B5-4CB4474171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4DDB84-F259-61C7-D224-A3714D962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6D730-C8A4-4EDE-BC5F-9F014CD31902}" type="datetimeFigureOut">
              <a:rPr lang="LID4096" smtClean="0"/>
              <a:t>10/09/2025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8E244B-8C4C-18CC-85FA-92D9C7413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B9469D-513C-1909-3D9C-D4FAF1807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E8076A-E90A-46A0-B7E7-A62F93D4E9B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792920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664F8F-FAC2-129F-5E04-25ADAF831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568A0A-1B88-D0C9-1C2A-5AFE82CB40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3588D3-41E2-221F-19E3-213E30FD4A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16D730-C8A4-4EDE-BC5F-9F014CD31902}" type="datetimeFigureOut">
              <a:rPr lang="LID4096" smtClean="0"/>
              <a:t>10/09/2025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C06F1D-C4C8-E437-6CE5-45253A0777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5C84FD-82AD-C1D6-FDD1-CE958A7E1F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E8076A-E90A-46A0-B7E7-A62F93D4E9B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90712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8AC677FF-0924-9029-AA8A-C03E5EAEA06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9776225"/>
              </p:ext>
            </p:extLst>
          </p:nvPr>
        </p:nvGraphicFramePr>
        <p:xfrm>
          <a:off x="2743201" y="1233820"/>
          <a:ext cx="6298101" cy="48191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2" imgW="3920862" imgH="3000835" progId="Origin95.Graph">
                  <p:embed/>
                </p:oleObj>
              </mc:Choice>
              <mc:Fallback>
                <p:oleObj name="Graph" r:id="rId2" imgW="3920862" imgH="3000835" progId="Origin95.Grap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743201" y="1233820"/>
                        <a:ext cx="6298101" cy="48191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092124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Origin Project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Adarsh koul</dc:creator>
  <cp:lastModifiedBy>Adarsh koul</cp:lastModifiedBy>
  <cp:revision>1</cp:revision>
  <dcterms:created xsi:type="dcterms:W3CDTF">2025-10-09T07:34:23Z</dcterms:created>
  <dcterms:modified xsi:type="dcterms:W3CDTF">2025-10-09T08:59:15Z</dcterms:modified>
</cp:coreProperties>
</file>