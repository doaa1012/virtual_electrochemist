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3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4.xml" ContentType="application/vnd.openxmlformats-officedocument.theme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theme/theme5.xml" ContentType="application/vnd.openxmlformats-officedocument.theme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theme/theme6.xml" ContentType="application/vnd.openxmlformats-officedocument.theme+xml"/>
  <Override PartName="/ppt/theme/theme7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  <p:sldMasterId id="2147483674" r:id="rId3"/>
    <p:sldMasterId id="2147483726" r:id="rId4"/>
    <p:sldMasterId id="2147483739" r:id="rId5"/>
    <p:sldMasterId id="2147483856" r:id="rId6"/>
  </p:sldMasterIdLst>
  <p:notesMasterIdLst>
    <p:notesMasterId r:id="rId14"/>
  </p:notesMasterIdLst>
  <p:sldIdLst>
    <p:sldId id="256" r:id="rId7"/>
    <p:sldId id="257" r:id="rId8"/>
    <p:sldId id="300" r:id="rId9"/>
    <p:sldId id="323" r:id="rId10"/>
    <p:sldId id="324" r:id="rId11"/>
    <p:sldId id="325" r:id="rId12"/>
    <p:sldId id="318" r:id="rId13"/>
  </p:sldIdLst>
  <p:sldSz cx="12192000" cy="6858000"/>
  <p:notesSz cx="7772400" cy="100584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7FF3"/>
    <a:srgbClr val="B729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94660"/>
  </p:normalViewPr>
  <p:slideViewPr>
    <p:cSldViewPr snapToGrid="0">
      <p:cViewPr varScale="1">
        <p:scale>
          <a:sx n="78" d="100"/>
          <a:sy n="78" d="100"/>
        </p:scale>
        <p:origin x="86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5.xml"/><Relationship Id="rId5" Type="http://schemas.openxmlformats.org/officeDocument/2006/relationships/slideMaster" Target="slideMasters/slideMaster5.xml"/><Relationship Id="rId15" Type="http://schemas.openxmlformats.org/officeDocument/2006/relationships/presProps" Target="presProps.xml"/><Relationship Id="rId10" Type="http://schemas.openxmlformats.org/officeDocument/2006/relationships/slide" Target="slides/slide4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3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aa Mahmoud" userId="20f261c2752c3515" providerId="LiveId" clId="{1F473177-2F31-4927-B0DD-933929AE797D}"/>
    <pc:docChg chg="modSld">
      <pc:chgData name="Doaa Mahmoud" userId="20f261c2752c3515" providerId="LiveId" clId="{1F473177-2F31-4927-B0DD-933929AE797D}" dt="2024-10-08T09:20:09.795" v="1" actId="207"/>
      <pc:docMkLst>
        <pc:docMk/>
      </pc:docMkLst>
      <pc:sldChg chg="modSp mod">
        <pc:chgData name="Doaa Mahmoud" userId="20f261c2752c3515" providerId="LiveId" clId="{1F473177-2F31-4927-B0DD-933929AE797D}" dt="2024-10-08T09:20:09.795" v="1" actId="207"/>
        <pc:sldMkLst>
          <pc:docMk/>
          <pc:sldMk cId="0" sldId="258"/>
        </pc:sldMkLst>
        <pc:spChg chg="mod">
          <ac:chgData name="Doaa Mahmoud" userId="20f261c2752c3515" providerId="LiveId" clId="{1F473177-2F31-4927-B0DD-933929AE797D}" dt="2024-10-08T09:20:09.795" v="1" actId="207"/>
          <ac:spMkLst>
            <pc:docMk/>
            <pc:sldMk cId="0" sldId="258"/>
            <ac:spMk id="81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1FE962-3B43-427B-97E1-A183BD9B3BDE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69950" y="1257300"/>
            <a:ext cx="603250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9AE66F-908E-4EEC-846B-1A26344AFE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93949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9AE66F-908E-4EEC-846B-1A26344AFE7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51395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F36988-4922-DB39-8F57-F38A3C87A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EA7A27-EF60-16E1-407B-9DC60E1F56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61194D-13B7-CA28-8531-601B5CCEFE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6C0789-460D-65FF-0B22-38D89D65FB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9AE66F-908E-4EEC-846B-1A26344AFE7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2279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EE693-85A2-2B0D-F5BF-E06D08751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A301A7-293E-97B3-9CD6-1EF9AA3E9C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805BB7-0B00-586D-773E-B845C5C714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DD571B-0E00-34F2-1DEB-AE57C31B21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9AE66F-908E-4EEC-846B-1A26344AFE7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84287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5973AA-8D12-69C5-A0CC-7CC8E0D83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A583E8-4BB5-C069-0818-A219B6CE7D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21AA3F-671A-8896-9F0E-80CB8AB077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1C60E5-959F-DFEF-DBD8-86EC3AF588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9AE66F-908E-4EEC-846B-1A26344AFE7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8015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subTitle"/>
          </p:nvPr>
        </p:nvSpPr>
        <p:spPr>
          <a:xfrm>
            <a:off x="287280" y="5790600"/>
            <a:ext cx="2192040" cy="9118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2192040" cy="7203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1069560" cy="720360"/>
          </a:xfrm>
          <a:prstGeom prst="rect">
            <a:avLst/>
          </a:prstGeom>
        </p:spPr>
        <p:txBody>
          <a:bodyPr lIns="0" tIns="0" rIns="0" bIns="0">
            <a:normAutofit fontScale="4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1410840" y="5886360"/>
            <a:ext cx="1069560" cy="720360"/>
          </a:xfrm>
          <a:prstGeom prst="rect">
            <a:avLst/>
          </a:prstGeom>
        </p:spPr>
        <p:txBody>
          <a:bodyPr lIns="0" tIns="0" rIns="0" bIns="0">
            <a:normAutofit fontScale="4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subTitle"/>
          </p:nvPr>
        </p:nvSpPr>
        <p:spPr>
          <a:xfrm>
            <a:off x="623880" y="1008000"/>
            <a:ext cx="5676480" cy="445032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1410840" y="5886360"/>
            <a:ext cx="1069560" cy="720360"/>
          </a:xfrm>
          <a:prstGeom prst="rect">
            <a:avLst/>
          </a:prstGeom>
        </p:spPr>
        <p:txBody>
          <a:bodyPr lIns="0" tIns="0" rIns="0" bIns="0">
            <a:normAutofit fontScale="4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body"/>
          </p:nvPr>
        </p:nvSpPr>
        <p:spPr>
          <a:xfrm>
            <a:off x="287280" y="626292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1069560" cy="720360"/>
          </a:xfrm>
          <a:prstGeom prst="rect">
            <a:avLst/>
          </a:prstGeom>
        </p:spPr>
        <p:txBody>
          <a:bodyPr lIns="0" tIns="0" rIns="0" bIns="0">
            <a:normAutofit fontScale="4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1410840" y="588636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1410840" y="626292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1410840" y="588636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287280" y="6262920"/>
            <a:ext cx="2192040" cy="343440"/>
          </a:xfrm>
          <a:prstGeom prst="rect">
            <a:avLst/>
          </a:prstGeom>
        </p:spPr>
        <p:txBody>
          <a:bodyPr lIns="0" tIns="0" rIns="0" bIns="0">
            <a:normAutofit fontScale="4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2192040" cy="343440"/>
          </a:xfrm>
          <a:prstGeom prst="rect">
            <a:avLst/>
          </a:prstGeom>
        </p:spPr>
        <p:txBody>
          <a:bodyPr lIns="0" tIns="0" rIns="0" bIns="0">
            <a:normAutofit fontScale="4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287280" y="6262920"/>
            <a:ext cx="2192040" cy="343440"/>
          </a:xfrm>
          <a:prstGeom prst="rect">
            <a:avLst/>
          </a:prstGeom>
        </p:spPr>
        <p:txBody>
          <a:bodyPr lIns="0" tIns="0" rIns="0" bIns="0">
            <a:normAutofit fontScale="4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body"/>
          </p:nvPr>
        </p:nvSpPr>
        <p:spPr>
          <a:xfrm>
            <a:off x="1410840" y="588636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body"/>
          </p:nvPr>
        </p:nvSpPr>
        <p:spPr>
          <a:xfrm>
            <a:off x="287280" y="626292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body"/>
          </p:nvPr>
        </p:nvSpPr>
        <p:spPr>
          <a:xfrm>
            <a:off x="1410840" y="626292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705600" cy="343440"/>
          </a:xfrm>
          <a:prstGeom prst="rect">
            <a:avLst/>
          </a:prstGeom>
        </p:spPr>
        <p:txBody>
          <a:bodyPr lIns="0" tIns="0" rIns="0" bIns="0">
            <a:normAutofit fontScale="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1028520" y="5886360"/>
            <a:ext cx="705600" cy="343440"/>
          </a:xfrm>
          <a:prstGeom prst="rect">
            <a:avLst/>
          </a:prstGeom>
        </p:spPr>
        <p:txBody>
          <a:bodyPr lIns="0" tIns="0" rIns="0" bIns="0">
            <a:normAutofit fontScale="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body"/>
          </p:nvPr>
        </p:nvSpPr>
        <p:spPr>
          <a:xfrm>
            <a:off x="1769760" y="5886360"/>
            <a:ext cx="705600" cy="343440"/>
          </a:xfrm>
          <a:prstGeom prst="rect">
            <a:avLst/>
          </a:prstGeom>
        </p:spPr>
        <p:txBody>
          <a:bodyPr lIns="0" tIns="0" rIns="0" bIns="0">
            <a:normAutofit fontScale="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body"/>
          </p:nvPr>
        </p:nvSpPr>
        <p:spPr>
          <a:xfrm>
            <a:off x="287280" y="6262920"/>
            <a:ext cx="705600" cy="343440"/>
          </a:xfrm>
          <a:prstGeom prst="rect">
            <a:avLst/>
          </a:prstGeom>
        </p:spPr>
        <p:txBody>
          <a:bodyPr lIns="0" tIns="0" rIns="0" bIns="0">
            <a:normAutofit fontScale="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50" name="PlaceHolder 6"/>
          <p:cNvSpPr>
            <a:spLocks noGrp="1"/>
          </p:cNvSpPr>
          <p:nvPr>
            <p:ph type="body"/>
          </p:nvPr>
        </p:nvSpPr>
        <p:spPr>
          <a:xfrm>
            <a:off x="1028520" y="6262920"/>
            <a:ext cx="705600" cy="343440"/>
          </a:xfrm>
          <a:prstGeom prst="rect">
            <a:avLst/>
          </a:prstGeom>
        </p:spPr>
        <p:txBody>
          <a:bodyPr lIns="0" tIns="0" rIns="0" bIns="0">
            <a:normAutofit fontScale="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51" name="PlaceHolder 7"/>
          <p:cNvSpPr>
            <a:spLocks noGrp="1"/>
          </p:cNvSpPr>
          <p:nvPr>
            <p:ph type="body"/>
          </p:nvPr>
        </p:nvSpPr>
        <p:spPr>
          <a:xfrm>
            <a:off x="1769760" y="6262920"/>
            <a:ext cx="705600" cy="343440"/>
          </a:xfrm>
          <a:prstGeom prst="rect">
            <a:avLst/>
          </a:prstGeom>
        </p:spPr>
        <p:txBody>
          <a:bodyPr lIns="0" tIns="0" rIns="0" bIns="0">
            <a:normAutofit fontScale="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subTitle"/>
          </p:nvPr>
        </p:nvSpPr>
        <p:spPr>
          <a:xfrm>
            <a:off x="287280" y="5790600"/>
            <a:ext cx="2192040" cy="9118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2192040" cy="7203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1069560" cy="720360"/>
          </a:xfrm>
          <a:prstGeom prst="rect">
            <a:avLst/>
          </a:prstGeom>
        </p:spPr>
        <p:txBody>
          <a:bodyPr lIns="0" tIns="0" rIns="0" bIns="0">
            <a:normAutofit fontScale="4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body"/>
          </p:nvPr>
        </p:nvSpPr>
        <p:spPr>
          <a:xfrm>
            <a:off x="1410840" y="5886360"/>
            <a:ext cx="1069560" cy="720360"/>
          </a:xfrm>
          <a:prstGeom prst="rect">
            <a:avLst/>
          </a:prstGeom>
        </p:spPr>
        <p:txBody>
          <a:bodyPr lIns="0" tIns="0" rIns="0" bIns="0">
            <a:normAutofit fontScale="4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subTitle"/>
          </p:nvPr>
        </p:nvSpPr>
        <p:spPr>
          <a:xfrm>
            <a:off x="623880" y="1008000"/>
            <a:ext cx="5676480" cy="445032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 type="body"/>
          </p:nvPr>
        </p:nvSpPr>
        <p:spPr>
          <a:xfrm>
            <a:off x="1410840" y="5886360"/>
            <a:ext cx="1069560" cy="720360"/>
          </a:xfrm>
          <a:prstGeom prst="rect">
            <a:avLst/>
          </a:prstGeom>
        </p:spPr>
        <p:txBody>
          <a:bodyPr lIns="0" tIns="0" rIns="0" bIns="0">
            <a:normAutofit fontScale="4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 type="body"/>
          </p:nvPr>
        </p:nvSpPr>
        <p:spPr>
          <a:xfrm>
            <a:off x="287280" y="626292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1069560" cy="720360"/>
          </a:xfrm>
          <a:prstGeom prst="rect">
            <a:avLst/>
          </a:prstGeom>
        </p:spPr>
        <p:txBody>
          <a:bodyPr lIns="0" tIns="0" rIns="0" bIns="0">
            <a:normAutofit fontScale="4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 type="body"/>
          </p:nvPr>
        </p:nvSpPr>
        <p:spPr>
          <a:xfrm>
            <a:off x="1410840" y="588636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 type="body"/>
          </p:nvPr>
        </p:nvSpPr>
        <p:spPr>
          <a:xfrm>
            <a:off x="1410840" y="626292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 type="body"/>
          </p:nvPr>
        </p:nvSpPr>
        <p:spPr>
          <a:xfrm>
            <a:off x="1410840" y="588636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 type="body"/>
          </p:nvPr>
        </p:nvSpPr>
        <p:spPr>
          <a:xfrm>
            <a:off x="287280" y="6262920"/>
            <a:ext cx="2192040" cy="343440"/>
          </a:xfrm>
          <a:prstGeom prst="rect">
            <a:avLst/>
          </a:prstGeom>
        </p:spPr>
        <p:txBody>
          <a:bodyPr lIns="0" tIns="0" rIns="0" bIns="0">
            <a:normAutofit fontScale="4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2192040" cy="343440"/>
          </a:xfrm>
          <a:prstGeom prst="rect">
            <a:avLst/>
          </a:prstGeom>
        </p:spPr>
        <p:txBody>
          <a:bodyPr lIns="0" tIns="0" rIns="0" bIns="0">
            <a:normAutofit fontScale="4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 type="body"/>
          </p:nvPr>
        </p:nvSpPr>
        <p:spPr>
          <a:xfrm>
            <a:off x="287280" y="6262920"/>
            <a:ext cx="2192040" cy="343440"/>
          </a:xfrm>
          <a:prstGeom prst="rect">
            <a:avLst/>
          </a:prstGeom>
        </p:spPr>
        <p:txBody>
          <a:bodyPr lIns="0" tIns="0" rIns="0" bIns="0">
            <a:normAutofit fontScale="4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body"/>
          </p:nvPr>
        </p:nvSpPr>
        <p:spPr>
          <a:xfrm>
            <a:off x="1410840" y="588636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body"/>
          </p:nvPr>
        </p:nvSpPr>
        <p:spPr>
          <a:xfrm>
            <a:off x="287280" y="626292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90" name="PlaceHolder 5"/>
          <p:cNvSpPr>
            <a:spLocks noGrp="1"/>
          </p:cNvSpPr>
          <p:nvPr>
            <p:ph type="body"/>
          </p:nvPr>
        </p:nvSpPr>
        <p:spPr>
          <a:xfrm>
            <a:off x="1410840" y="626292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705600" cy="343440"/>
          </a:xfrm>
          <a:prstGeom prst="rect">
            <a:avLst/>
          </a:prstGeom>
        </p:spPr>
        <p:txBody>
          <a:bodyPr lIns="0" tIns="0" rIns="0" bIns="0">
            <a:normAutofit fontScale="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 type="body"/>
          </p:nvPr>
        </p:nvSpPr>
        <p:spPr>
          <a:xfrm>
            <a:off x="1028520" y="5886360"/>
            <a:ext cx="705600" cy="343440"/>
          </a:xfrm>
          <a:prstGeom prst="rect">
            <a:avLst/>
          </a:prstGeom>
        </p:spPr>
        <p:txBody>
          <a:bodyPr lIns="0" tIns="0" rIns="0" bIns="0">
            <a:normAutofit fontScale="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94" name="PlaceHolder 4"/>
          <p:cNvSpPr>
            <a:spLocks noGrp="1"/>
          </p:cNvSpPr>
          <p:nvPr>
            <p:ph type="body"/>
          </p:nvPr>
        </p:nvSpPr>
        <p:spPr>
          <a:xfrm>
            <a:off x="1769760" y="5886360"/>
            <a:ext cx="705600" cy="343440"/>
          </a:xfrm>
          <a:prstGeom prst="rect">
            <a:avLst/>
          </a:prstGeom>
        </p:spPr>
        <p:txBody>
          <a:bodyPr lIns="0" tIns="0" rIns="0" bIns="0">
            <a:normAutofit fontScale="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95" name="PlaceHolder 5"/>
          <p:cNvSpPr>
            <a:spLocks noGrp="1"/>
          </p:cNvSpPr>
          <p:nvPr>
            <p:ph type="body"/>
          </p:nvPr>
        </p:nvSpPr>
        <p:spPr>
          <a:xfrm>
            <a:off x="287280" y="6262920"/>
            <a:ext cx="705600" cy="343440"/>
          </a:xfrm>
          <a:prstGeom prst="rect">
            <a:avLst/>
          </a:prstGeom>
        </p:spPr>
        <p:txBody>
          <a:bodyPr lIns="0" tIns="0" rIns="0" bIns="0">
            <a:normAutofit fontScale="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96" name="PlaceHolder 6"/>
          <p:cNvSpPr>
            <a:spLocks noGrp="1"/>
          </p:cNvSpPr>
          <p:nvPr>
            <p:ph type="body"/>
          </p:nvPr>
        </p:nvSpPr>
        <p:spPr>
          <a:xfrm>
            <a:off x="1028520" y="6262920"/>
            <a:ext cx="705600" cy="343440"/>
          </a:xfrm>
          <a:prstGeom prst="rect">
            <a:avLst/>
          </a:prstGeom>
        </p:spPr>
        <p:txBody>
          <a:bodyPr lIns="0" tIns="0" rIns="0" bIns="0">
            <a:normAutofit fontScale="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97" name="PlaceHolder 7"/>
          <p:cNvSpPr>
            <a:spLocks noGrp="1"/>
          </p:cNvSpPr>
          <p:nvPr>
            <p:ph type="body"/>
          </p:nvPr>
        </p:nvSpPr>
        <p:spPr>
          <a:xfrm>
            <a:off x="1769760" y="6262920"/>
            <a:ext cx="705600" cy="343440"/>
          </a:xfrm>
          <a:prstGeom prst="rect">
            <a:avLst/>
          </a:prstGeom>
        </p:spPr>
        <p:txBody>
          <a:bodyPr lIns="0" tIns="0" rIns="0" bIns="0">
            <a:normAutofit fontScale="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 type="subTitle"/>
          </p:nvPr>
        </p:nvSpPr>
        <p:spPr>
          <a:xfrm>
            <a:off x="287280" y="5790600"/>
            <a:ext cx="2192040" cy="9118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2192040" cy="7203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1069560" cy="720360"/>
          </a:xfrm>
          <a:prstGeom prst="rect">
            <a:avLst/>
          </a:prstGeom>
        </p:spPr>
        <p:txBody>
          <a:bodyPr lIns="0" tIns="0" rIns="0" bIns="0">
            <a:normAutofit fontScale="4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 type="body"/>
          </p:nvPr>
        </p:nvSpPr>
        <p:spPr>
          <a:xfrm>
            <a:off x="1410840" y="5886360"/>
            <a:ext cx="1069560" cy="720360"/>
          </a:xfrm>
          <a:prstGeom prst="rect">
            <a:avLst/>
          </a:prstGeom>
        </p:spPr>
        <p:txBody>
          <a:bodyPr lIns="0" tIns="0" rIns="0" bIns="0">
            <a:normAutofit fontScale="4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subTitle"/>
          </p:nvPr>
        </p:nvSpPr>
        <p:spPr>
          <a:xfrm>
            <a:off x="623880" y="1008000"/>
            <a:ext cx="5676480" cy="445032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 type="body"/>
          </p:nvPr>
        </p:nvSpPr>
        <p:spPr>
          <a:xfrm>
            <a:off x="1410840" y="5886360"/>
            <a:ext cx="1069560" cy="720360"/>
          </a:xfrm>
          <a:prstGeom prst="rect">
            <a:avLst/>
          </a:prstGeom>
        </p:spPr>
        <p:txBody>
          <a:bodyPr lIns="0" tIns="0" rIns="0" bIns="0">
            <a:normAutofit fontScale="4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117" name="PlaceHolder 4"/>
          <p:cNvSpPr>
            <a:spLocks noGrp="1"/>
          </p:cNvSpPr>
          <p:nvPr>
            <p:ph type="body"/>
          </p:nvPr>
        </p:nvSpPr>
        <p:spPr>
          <a:xfrm>
            <a:off x="287280" y="626292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1069560" cy="720360"/>
          </a:xfrm>
          <a:prstGeom prst="rect">
            <a:avLst/>
          </a:prstGeom>
        </p:spPr>
        <p:txBody>
          <a:bodyPr lIns="0" tIns="0" rIns="0" bIns="0">
            <a:normAutofit fontScale="4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120" name="PlaceHolder 3"/>
          <p:cNvSpPr>
            <a:spLocks noGrp="1"/>
          </p:cNvSpPr>
          <p:nvPr>
            <p:ph type="body"/>
          </p:nvPr>
        </p:nvSpPr>
        <p:spPr>
          <a:xfrm>
            <a:off x="1410840" y="588636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121" name="PlaceHolder 4"/>
          <p:cNvSpPr>
            <a:spLocks noGrp="1"/>
          </p:cNvSpPr>
          <p:nvPr>
            <p:ph type="body"/>
          </p:nvPr>
        </p:nvSpPr>
        <p:spPr>
          <a:xfrm>
            <a:off x="1410840" y="626292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body"/>
          </p:nvPr>
        </p:nvSpPr>
        <p:spPr>
          <a:xfrm>
            <a:off x="1410840" y="588636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125" name="PlaceHolder 4"/>
          <p:cNvSpPr>
            <a:spLocks noGrp="1"/>
          </p:cNvSpPr>
          <p:nvPr>
            <p:ph type="body"/>
          </p:nvPr>
        </p:nvSpPr>
        <p:spPr>
          <a:xfrm>
            <a:off x="287280" y="6262920"/>
            <a:ext cx="2192040" cy="343440"/>
          </a:xfrm>
          <a:prstGeom prst="rect">
            <a:avLst/>
          </a:prstGeom>
        </p:spPr>
        <p:txBody>
          <a:bodyPr lIns="0" tIns="0" rIns="0" bIns="0">
            <a:normAutofit fontScale="4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2192040" cy="343440"/>
          </a:xfrm>
          <a:prstGeom prst="rect">
            <a:avLst/>
          </a:prstGeom>
        </p:spPr>
        <p:txBody>
          <a:bodyPr lIns="0" tIns="0" rIns="0" bIns="0">
            <a:normAutofit fontScale="4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 type="body"/>
          </p:nvPr>
        </p:nvSpPr>
        <p:spPr>
          <a:xfrm>
            <a:off x="287280" y="6262920"/>
            <a:ext cx="2192040" cy="343440"/>
          </a:xfrm>
          <a:prstGeom prst="rect">
            <a:avLst/>
          </a:prstGeom>
        </p:spPr>
        <p:txBody>
          <a:bodyPr lIns="0" tIns="0" rIns="0" bIns="0">
            <a:normAutofit fontScale="4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 type="body"/>
          </p:nvPr>
        </p:nvSpPr>
        <p:spPr>
          <a:xfrm>
            <a:off x="1410840" y="588636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 type="body"/>
          </p:nvPr>
        </p:nvSpPr>
        <p:spPr>
          <a:xfrm>
            <a:off x="287280" y="626292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133" name="PlaceHolder 5"/>
          <p:cNvSpPr>
            <a:spLocks noGrp="1"/>
          </p:cNvSpPr>
          <p:nvPr>
            <p:ph type="body"/>
          </p:nvPr>
        </p:nvSpPr>
        <p:spPr>
          <a:xfrm>
            <a:off x="1410840" y="626292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705600" cy="343440"/>
          </a:xfrm>
          <a:prstGeom prst="rect">
            <a:avLst/>
          </a:prstGeom>
        </p:spPr>
        <p:txBody>
          <a:bodyPr lIns="0" tIns="0" rIns="0" bIns="0">
            <a:normAutofit fontScale="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 type="body"/>
          </p:nvPr>
        </p:nvSpPr>
        <p:spPr>
          <a:xfrm>
            <a:off x="1028520" y="5886360"/>
            <a:ext cx="705600" cy="343440"/>
          </a:xfrm>
          <a:prstGeom prst="rect">
            <a:avLst/>
          </a:prstGeom>
        </p:spPr>
        <p:txBody>
          <a:bodyPr lIns="0" tIns="0" rIns="0" bIns="0">
            <a:normAutofit fontScale="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137" name="PlaceHolder 4"/>
          <p:cNvSpPr>
            <a:spLocks noGrp="1"/>
          </p:cNvSpPr>
          <p:nvPr>
            <p:ph type="body"/>
          </p:nvPr>
        </p:nvSpPr>
        <p:spPr>
          <a:xfrm>
            <a:off x="1769760" y="5886360"/>
            <a:ext cx="705600" cy="343440"/>
          </a:xfrm>
          <a:prstGeom prst="rect">
            <a:avLst/>
          </a:prstGeom>
        </p:spPr>
        <p:txBody>
          <a:bodyPr lIns="0" tIns="0" rIns="0" bIns="0">
            <a:normAutofit fontScale="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138" name="PlaceHolder 5"/>
          <p:cNvSpPr>
            <a:spLocks noGrp="1"/>
          </p:cNvSpPr>
          <p:nvPr>
            <p:ph type="body"/>
          </p:nvPr>
        </p:nvSpPr>
        <p:spPr>
          <a:xfrm>
            <a:off x="287280" y="6262920"/>
            <a:ext cx="705600" cy="343440"/>
          </a:xfrm>
          <a:prstGeom prst="rect">
            <a:avLst/>
          </a:prstGeom>
        </p:spPr>
        <p:txBody>
          <a:bodyPr lIns="0" tIns="0" rIns="0" bIns="0">
            <a:normAutofit fontScale="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139" name="PlaceHolder 6"/>
          <p:cNvSpPr>
            <a:spLocks noGrp="1"/>
          </p:cNvSpPr>
          <p:nvPr>
            <p:ph type="body"/>
          </p:nvPr>
        </p:nvSpPr>
        <p:spPr>
          <a:xfrm>
            <a:off x="1028520" y="6262920"/>
            <a:ext cx="705600" cy="343440"/>
          </a:xfrm>
          <a:prstGeom prst="rect">
            <a:avLst/>
          </a:prstGeom>
        </p:spPr>
        <p:txBody>
          <a:bodyPr lIns="0" tIns="0" rIns="0" bIns="0">
            <a:normAutofit fontScale="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140" name="PlaceHolder 7"/>
          <p:cNvSpPr>
            <a:spLocks noGrp="1"/>
          </p:cNvSpPr>
          <p:nvPr>
            <p:ph type="body"/>
          </p:nvPr>
        </p:nvSpPr>
        <p:spPr>
          <a:xfrm>
            <a:off x="1769760" y="6262920"/>
            <a:ext cx="705600" cy="343440"/>
          </a:xfrm>
          <a:prstGeom prst="rect">
            <a:avLst/>
          </a:prstGeom>
        </p:spPr>
        <p:txBody>
          <a:bodyPr lIns="0" tIns="0" rIns="0" bIns="0">
            <a:normAutofit fontScale="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279" name="PlaceHolder 2"/>
          <p:cNvSpPr>
            <a:spLocks noGrp="1"/>
          </p:cNvSpPr>
          <p:nvPr>
            <p:ph type="subTitle"/>
          </p:nvPr>
        </p:nvSpPr>
        <p:spPr>
          <a:xfrm>
            <a:off x="287280" y="5790600"/>
            <a:ext cx="2192040" cy="9118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281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2192040" cy="7203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283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1069560" cy="720360"/>
          </a:xfrm>
          <a:prstGeom prst="rect">
            <a:avLst/>
          </a:prstGeom>
        </p:spPr>
        <p:txBody>
          <a:bodyPr lIns="0" tIns="0" rIns="0" bIns="0">
            <a:normAutofit fontScale="4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284" name="PlaceHolder 3"/>
          <p:cNvSpPr>
            <a:spLocks noGrp="1"/>
          </p:cNvSpPr>
          <p:nvPr>
            <p:ph type="body"/>
          </p:nvPr>
        </p:nvSpPr>
        <p:spPr>
          <a:xfrm>
            <a:off x="1410840" y="5886360"/>
            <a:ext cx="1069560" cy="720360"/>
          </a:xfrm>
          <a:prstGeom prst="rect">
            <a:avLst/>
          </a:prstGeom>
        </p:spPr>
        <p:txBody>
          <a:bodyPr lIns="0" tIns="0" rIns="0" bIns="0">
            <a:normAutofit fontScale="4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laceHolder 1"/>
          <p:cNvSpPr>
            <a:spLocks noGrp="1"/>
          </p:cNvSpPr>
          <p:nvPr>
            <p:ph type="subTitle"/>
          </p:nvPr>
        </p:nvSpPr>
        <p:spPr>
          <a:xfrm>
            <a:off x="623880" y="1008000"/>
            <a:ext cx="5676480" cy="445032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body"/>
          </p:nvPr>
        </p:nvSpPr>
        <p:spPr>
          <a:xfrm>
            <a:off x="1410840" y="5886360"/>
            <a:ext cx="1069560" cy="720360"/>
          </a:xfrm>
          <a:prstGeom prst="rect">
            <a:avLst/>
          </a:prstGeom>
        </p:spPr>
        <p:txBody>
          <a:bodyPr lIns="0" tIns="0" rIns="0" bIns="0">
            <a:normAutofit fontScale="4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290" name="PlaceHolder 4"/>
          <p:cNvSpPr>
            <a:spLocks noGrp="1"/>
          </p:cNvSpPr>
          <p:nvPr>
            <p:ph type="body"/>
          </p:nvPr>
        </p:nvSpPr>
        <p:spPr>
          <a:xfrm>
            <a:off x="287280" y="626292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292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1069560" cy="720360"/>
          </a:xfrm>
          <a:prstGeom prst="rect">
            <a:avLst/>
          </a:prstGeom>
        </p:spPr>
        <p:txBody>
          <a:bodyPr lIns="0" tIns="0" rIns="0" bIns="0">
            <a:normAutofit fontScale="4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293" name="PlaceHolder 3"/>
          <p:cNvSpPr>
            <a:spLocks noGrp="1"/>
          </p:cNvSpPr>
          <p:nvPr>
            <p:ph type="body"/>
          </p:nvPr>
        </p:nvSpPr>
        <p:spPr>
          <a:xfrm>
            <a:off x="1410840" y="588636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294" name="PlaceHolder 4"/>
          <p:cNvSpPr>
            <a:spLocks noGrp="1"/>
          </p:cNvSpPr>
          <p:nvPr>
            <p:ph type="body"/>
          </p:nvPr>
        </p:nvSpPr>
        <p:spPr>
          <a:xfrm>
            <a:off x="1410840" y="626292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296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297" name="PlaceHolder 3"/>
          <p:cNvSpPr>
            <a:spLocks noGrp="1"/>
          </p:cNvSpPr>
          <p:nvPr>
            <p:ph type="body"/>
          </p:nvPr>
        </p:nvSpPr>
        <p:spPr>
          <a:xfrm>
            <a:off x="1410840" y="588636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298" name="PlaceHolder 4"/>
          <p:cNvSpPr>
            <a:spLocks noGrp="1"/>
          </p:cNvSpPr>
          <p:nvPr>
            <p:ph type="body"/>
          </p:nvPr>
        </p:nvSpPr>
        <p:spPr>
          <a:xfrm>
            <a:off x="287280" y="6262920"/>
            <a:ext cx="2192040" cy="343440"/>
          </a:xfrm>
          <a:prstGeom prst="rect">
            <a:avLst/>
          </a:prstGeom>
        </p:spPr>
        <p:txBody>
          <a:bodyPr lIns="0" tIns="0" rIns="0" bIns="0">
            <a:normAutofit fontScale="4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300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2192040" cy="343440"/>
          </a:xfrm>
          <a:prstGeom prst="rect">
            <a:avLst/>
          </a:prstGeom>
        </p:spPr>
        <p:txBody>
          <a:bodyPr lIns="0" tIns="0" rIns="0" bIns="0">
            <a:normAutofit fontScale="4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301" name="PlaceHolder 3"/>
          <p:cNvSpPr>
            <a:spLocks noGrp="1"/>
          </p:cNvSpPr>
          <p:nvPr>
            <p:ph type="body"/>
          </p:nvPr>
        </p:nvSpPr>
        <p:spPr>
          <a:xfrm>
            <a:off x="287280" y="6262920"/>
            <a:ext cx="2192040" cy="343440"/>
          </a:xfrm>
          <a:prstGeom prst="rect">
            <a:avLst/>
          </a:prstGeom>
        </p:spPr>
        <p:txBody>
          <a:bodyPr lIns="0" tIns="0" rIns="0" bIns="0">
            <a:normAutofit fontScale="4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303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 type="body"/>
          </p:nvPr>
        </p:nvSpPr>
        <p:spPr>
          <a:xfrm>
            <a:off x="1410840" y="588636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305" name="PlaceHolder 4"/>
          <p:cNvSpPr>
            <a:spLocks noGrp="1"/>
          </p:cNvSpPr>
          <p:nvPr>
            <p:ph type="body"/>
          </p:nvPr>
        </p:nvSpPr>
        <p:spPr>
          <a:xfrm>
            <a:off x="287280" y="626292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306" name="PlaceHolder 5"/>
          <p:cNvSpPr>
            <a:spLocks noGrp="1"/>
          </p:cNvSpPr>
          <p:nvPr>
            <p:ph type="body"/>
          </p:nvPr>
        </p:nvSpPr>
        <p:spPr>
          <a:xfrm>
            <a:off x="1410840" y="626292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308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705600" cy="343440"/>
          </a:xfrm>
          <a:prstGeom prst="rect">
            <a:avLst/>
          </a:prstGeom>
        </p:spPr>
        <p:txBody>
          <a:bodyPr lIns="0" tIns="0" rIns="0" bIns="0">
            <a:normAutofit fontScale="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309" name="PlaceHolder 3"/>
          <p:cNvSpPr>
            <a:spLocks noGrp="1"/>
          </p:cNvSpPr>
          <p:nvPr>
            <p:ph type="body"/>
          </p:nvPr>
        </p:nvSpPr>
        <p:spPr>
          <a:xfrm>
            <a:off x="1028520" y="5886360"/>
            <a:ext cx="705600" cy="343440"/>
          </a:xfrm>
          <a:prstGeom prst="rect">
            <a:avLst/>
          </a:prstGeom>
        </p:spPr>
        <p:txBody>
          <a:bodyPr lIns="0" tIns="0" rIns="0" bIns="0">
            <a:normAutofit fontScale="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310" name="PlaceHolder 4"/>
          <p:cNvSpPr>
            <a:spLocks noGrp="1"/>
          </p:cNvSpPr>
          <p:nvPr>
            <p:ph type="body"/>
          </p:nvPr>
        </p:nvSpPr>
        <p:spPr>
          <a:xfrm>
            <a:off x="1769760" y="5886360"/>
            <a:ext cx="705600" cy="343440"/>
          </a:xfrm>
          <a:prstGeom prst="rect">
            <a:avLst/>
          </a:prstGeom>
        </p:spPr>
        <p:txBody>
          <a:bodyPr lIns="0" tIns="0" rIns="0" bIns="0">
            <a:normAutofit fontScale="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311" name="PlaceHolder 5"/>
          <p:cNvSpPr>
            <a:spLocks noGrp="1"/>
          </p:cNvSpPr>
          <p:nvPr>
            <p:ph type="body"/>
          </p:nvPr>
        </p:nvSpPr>
        <p:spPr>
          <a:xfrm>
            <a:off x="287280" y="6262920"/>
            <a:ext cx="705600" cy="343440"/>
          </a:xfrm>
          <a:prstGeom prst="rect">
            <a:avLst/>
          </a:prstGeom>
        </p:spPr>
        <p:txBody>
          <a:bodyPr lIns="0" tIns="0" rIns="0" bIns="0">
            <a:normAutofit fontScale="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312" name="PlaceHolder 6"/>
          <p:cNvSpPr>
            <a:spLocks noGrp="1"/>
          </p:cNvSpPr>
          <p:nvPr>
            <p:ph type="body"/>
          </p:nvPr>
        </p:nvSpPr>
        <p:spPr>
          <a:xfrm>
            <a:off x="1028520" y="6262920"/>
            <a:ext cx="705600" cy="343440"/>
          </a:xfrm>
          <a:prstGeom prst="rect">
            <a:avLst/>
          </a:prstGeom>
        </p:spPr>
        <p:txBody>
          <a:bodyPr lIns="0" tIns="0" rIns="0" bIns="0">
            <a:normAutofit fontScale="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313" name="PlaceHolder 7"/>
          <p:cNvSpPr>
            <a:spLocks noGrp="1"/>
          </p:cNvSpPr>
          <p:nvPr>
            <p:ph type="body"/>
          </p:nvPr>
        </p:nvSpPr>
        <p:spPr>
          <a:xfrm>
            <a:off x="1769760" y="6262920"/>
            <a:ext cx="705600" cy="343440"/>
          </a:xfrm>
          <a:prstGeom prst="rect">
            <a:avLst/>
          </a:prstGeom>
        </p:spPr>
        <p:txBody>
          <a:bodyPr lIns="0" tIns="0" rIns="0" bIns="0">
            <a:normAutofit fontScale="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331" name="PlaceHolder 2"/>
          <p:cNvSpPr>
            <a:spLocks noGrp="1"/>
          </p:cNvSpPr>
          <p:nvPr>
            <p:ph type="subTitle"/>
          </p:nvPr>
        </p:nvSpPr>
        <p:spPr>
          <a:xfrm>
            <a:off x="287280" y="5790600"/>
            <a:ext cx="2192040" cy="9118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333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2192040" cy="7203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335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1069560" cy="720360"/>
          </a:xfrm>
          <a:prstGeom prst="rect">
            <a:avLst/>
          </a:prstGeom>
        </p:spPr>
        <p:txBody>
          <a:bodyPr lIns="0" tIns="0" rIns="0" bIns="0">
            <a:normAutofit fontScale="4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336" name="PlaceHolder 3"/>
          <p:cNvSpPr>
            <a:spLocks noGrp="1"/>
          </p:cNvSpPr>
          <p:nvPr>
            <p:ph type="body"/>
          </p:nvPr>
        </p:nvSpPr>
        <p:spPr>
          <a:xfrm>
            <a:off x="1410840" y="5886360"/>
            <a:ext cx="1069560" cy="720360"/>
          </a:xfrm>
          <a:prstGeom prst="rect">
            <a:avLst/>
          </a:prstGeom>
        </p:spPr>
        <p:txBody>
          <a:bodyPr lIns="0" tIns="0" rIns="0" bIns="0">
            <a:normAutofit fontScale="4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subTitle"/>
          </p:nvPr>
        </p:nvSpPr>
        <p:spPr>
          <a:xfrm>
            <a:off x="623880" y="1008000"/>
            <a:ext cx="5676480" cy="445032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340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341" name="PlaceHolder 3"/>
          <p:cNvSpPr>
            <a:spLocks noGrp="1"/>
          </p:cNvSpPr>
          <p:nvPr>
            <p:ph type="body"/>
          </p:nvPr>
        </p:nvSpPr>
        <p:spPr>
          <a:xfrm>
            <a:off x="1410840" y="5886360"/>
            <a:ext cx="1069560" cy="720360"/>
          </a:xfrm>
          <a:prstGeom prst="rect">
            <a:avLst/>
          </a:prstGeom>
        </p:spPr>
        <p:txBody>
          <a:bodyPr lIns="0" tIns="0" rIns="0" bIns="0">
            <a:normAutofit fontScale="4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342" name="PlaceHolder 4"/>
          <p:cNvSpPr>
            <a:spLocks noGrp="1"/>
          </p:cNvSpPr>
          <p:nvPr>
            <p:ph type="body"/>
          </p:nvPr>
        </p:nvSpPr>
        <p:spPr>
          <a:xfrm>
            <a:off x="287280" y="626292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344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1069560" cy="720360"/>
          </a:xfrm>
          <a:prstGeom prst="rect">
            <a:avLst/>
          </a:prstGeom>
        </p:spPr>
        <p:txBody>
          <a:bodyPr lIns="0" tIns="0" rIns="0" bIns="0">
            <a:normAutofit fontScale="4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 type="body"/>
          </p:nvPr>
        </p:nvSpPr>
        <p:spPr>
          <a:xfrm>
            <a:off x="1410840" y="588636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346" name="PlaceHolder 4"/>
          <p:cNvSpPr>
            <a:spLocks noGrp="1"/>
          </p:cNvSpPr>
          <p:nvPr>
            <p:ph type="body"/>
          </p:nvPr>
        </p:nvSpPr>
        <p:spPr>
          <a:xfrm>
            <a:off x="1410840" y="626292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348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349" name="PlaceHolder 3"/>
          <p:cNvSpPr>
            <a:spLocks noGrp="1"/>
          </p:cNvSpPr>
          <p:nvPr>
            <p:ph type="body"/>
          </p:nvPr>
        </p:nvSpPr>
        <p:spPr>
          <a:xfrm>
            <a:off x="1410840" y="588636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350" name="PlaceHolder 4"/>
          <p:cNvSpPr>
            <a:spLocks noGrp="1"/>
          </p:cNvSpPr>
          <p:nvPr>
            <p:ph type="body"/>
          </p:nvPr>
        </p:nvSpPr>
        <p:spPr>
          <a:xfrm>
            <a:off x="287280" y="6262920"/>
            <a:ext cx="2192040" cy="343440"/>
          </a:xfrm>
          <a:prstGeom prst="rect">
            <a:avLst/>
          </a:prstGeom>
        </p:spPr>
        <p:txBody>
          <a:bodyPr lIns="0" tIns="0" rIns="0" bIns="0">
            <a:normAutofit fontScale="4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352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2192040" cy="343440"/>
          </a:xfrm>
          <a:prstGeom prst="rect">
            <a:avLst/>
          </a:prstGeom>
        </p:spPr>
        <p:txBody>
          <a:bodyPr lIns="0" tIns="0" rIns="0" bIns="0">
            <a:normAutofit fontScale="4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 type="body"/>
          </p:nvPr>
        </p:nvSpPr>
        <p:spPr>
          <a:xfrm>
            <a:off x="287280" y="6262920"/>
            <a:ext cx="2192040" cy="343440"/>
          </a:xfrm>
          <a:prstGeom prst="rect">
            <a:avLst/>
          </a:prstGeom>
        </p:spPr>
        <p:txBody>
          <a:bodyPr lIns="0" tIns="0" rIns="0" bIns="0">
            <a:normAutofit fontScale="4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 type="body"/>
          </p:nvPr>
        </p:nvSpPr>
        <p:spPr>
          <a:xfrm>
            <a:off x="1410840" y="588636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357" name="PlaceHolder 4"/>
          <p:cNvSpPr>
            <a:spLocks noGrp="1"/>
          </p:cNvSpPr>
          <p:nvPr>
            <p:ph type="body"/>
          </p:nvPr>
        </p:nvSpPr>
        <p:spPr>
          <a:xfrm>
            <a:off x="287280" y="626292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358" name="PlaceHolder 5"/>
          <p:cNvSpPr>
            <a:spLocks noGrp="1"/>
          </p:cNvSpPr>
          <p:nvPr>
            <p:ph type="body"/>
          </p:nvPr>
        </p:nvSpPr>
        <p:spPr>
          <a:xfrm>
            <a:off x="1410840" y="626292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360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705600" cy="343440"/>
          </a:xfrm>
          <a:prstGeom prst="rect">
            <a:avLst/>
          </a:prstGeom>
        </p:spPr>
        <p:txBody>
          <a:bodyPr lIns="0" tIns="0" rIns="0" bIns="0">
            <a:normAutofit fontScale="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361" name="PlaceHolder 3"/>
          <p:cNvSpPr>
            <a:spLocks noGrp="1"/>
          </p:cNvSpPr>
          <p:nvPr>
            <p:ph type="body"/>
          </p:nvPr>
        </p:nvSpPr>
        <p:spPr>
          <a:xfrm>
            <a:off x="1028520" y="5886360"/>
            <a:ext cx="705600" cy="343440"/>
          </a:xfrm>
          <a:prstGeom prst="rect">
            <a:avLst/>
          </a:prstGeom>
        </p:spPr>
        <p:txBody>
          <a:bodyPr lIns="0" tIns="0" rIns="0" bIns="0">
            <a:normAutofit fontScale="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362" name="PlaceHolder 4"/>
          <p:cNvSpPr>
            <a:spLocks noGrp="1"/>
          </p:cNvSpPr>
          <p:nvPr>
            <p:ph type="body"/>
          </p:nvPr>
        </p:nvSpPr>
        <p:spPr>
          <a:xfrm>
            <a:off x="1769760" y="5886360"/>
            <a:ext cx="705600" cy="343440"/>
          </a:xfrm>
          <a:prstGeom prst="rect">
            <a:avLst/>
          </a:prstGeom>
        </p:spPr>
        <p:txBody>
          <a:bodyPr lIns="0" tIns="0" rIns="0" bIns="0">
            <a:normAutofit fontScale="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363" name="PlaceHolder 5"/>
          <p:cNvSpPr>
            <a:spLocks noGrp="1"/>
          </p:cNvSpPr>
          <p:nvPr>
            <p:ph type="body"/>
          </p:nvPr>
        </p:nvSpPr>
        <p:spPr>
          <a:xfrm>
            <a:off x="287280" y="6262920"/>
            <a:ext cx="705600" cy="343440"/>
          </a:xfrm>
          <a:prstGeom prst="rect">
            <a:avLst/>
          </a:prstGeom>
        </p:spPr>
        <p:txBody>
          <a:bodyPr lIns="0" tIns="0" rIns="0" bIns="0">
            <a:normAutofit fontScale="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364" name="PlaceHolder 6"/>
          <p:cNvSpPr>
            <a:spLocks noGrp="1"/>
          </p:cNvSpPr>
          <p:nvPr>
            <p:ph type="body"/>
          </p:nvPr>
        </p:nvSpPr>
        <p:spPr>
          <a:xfrm>
            <a:off x="1028520" y="6262920"/>
            <a:ext cx="705600" cy="343440"/>
          </a:xfrm>
          <a:prstGeom prst="rect">
            <a:avLst/>
          </a:prstGeom>
        </p:spPr>
        <p:txBody>
          <a:bodyPr lIns="0" tIns="0" rIns="0" bIns="0">
            <a:normAutofit fontScale="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365" name="PlaceHolder 7"/>
          <p:cNvSpPr>
            <a:spLocks noGrp="1"/>
          </p:cNvSpPr>
          <p:nvPr>
            <p:ph type="body"/>
          </p:nvPr>
        </p:nvSpPr>
        <p:spPr>
          <a:xfrm>
            <a:off x="1769760" y="6262920"/>
            <a:ext cx="705600" cy="343440"/>
          </a:xfrm>
          <a:prstGeom prst="rect">
            <a:avLst/>
          </a:prstGeom>
        </p:spPr>
        <p:txBody>
          <a:bodyPr lIns="0" tIns="0" rIns="0" bIns="0">
            <a:normAutofit fontScale="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727" name="PlaceHolder 2"/>
          <p:cNvSpPr>
            <a:spLocks noGrp="1"/>
          </p:cNvSpPr>
          <p:nvPr>
            <p:ph type="subTitle"/>
          </p:nvPr>
        </p:nvSpPr>
        <p:spPr>
          <a:xfrm>
            <a:off x="287280" y="5790600"/>
            <a:ext cx="2192040" cy="9118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729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2192040" cy="7203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731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1069560" cy="720360"/>
          </a:xfrm>
          <a:prstGeom prst="rect">
            <a:avLst/>
          </a:prstGeom>
        </p:spPr>
        <p:txBody>
          <a:bodyPr lIns="0" tIns="0" rIns="0" bIns="0">
            <a:normAutofit fontScale="4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732" name="PlaceHolder 3"/>
          <p:cNvSpPr>
            <a:spLocks noGrp="1"/>
          </p:cNvSpPr>
          <p:nvPr>
            <p:ph type="body"/>
          </p:nvPr>
        </p:nvSpPr>
        <p:spPr>
          <a:xfrm>
            <a:off x="1410840" y="5886360"/>
            <a:ext cx="1069560" cy="720360"/>
          </a:xfrm>
          <a:prstGeom prst="rect">
            <a:avLst/>
          </a:prstGeom>
        </p:spPr>
        <p:txBody>
          <a:bodyPr lIns="0" tIns="0" rIns="0" bIns="0">
            <a:normAutofit fontScale="4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PlaceHolder 1"/>
          <p:cNvSpPr>
            <a:spLocks noGrp="1"/>
          </p:cNvSpPr>
          <p:nvPr>
            <p:ph type="subTitle"/>
          </p:nvPr>
        </p:nvSpPr>
        <p:spPr>
          <a:xfrm>
            <a:off x="623880" y="1008000"/>
            <a:ext cx="5676480" cy="445032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736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737" name="PlaceHolder 3"/>
          <p:cNvSpPr>
            <a:spLocks noGrp="1"/>
          </p:cNvSpPr>
          <p:nvPr>
            <p:ph type="body"/>
          </p:nvPr>
        </p:nvSpPr>
        <p:spPr>
          <a:xfrm>
            <a:off x="1410840" y="5886360"/>
            <a:ext cx="1069560" cy="720360"/>
          </a:xfrm>
          <a:prstGeom prst="rect">
            <a:avLst/>
          </a:prstGeom>
        </p:spPr>
        <p:txBody>
          <a:bodyPr lIns="0" tIns="0" rIns="0" bIns="0">
            <a:normAutofit fontScale="4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738" name="PlaceHolder 4"/>
          <p:cNvSpPr>
            <a:spLocks noGrp="1"/>
          </p:cNvSpPr>
          <p:nvPr>
            <p:ph type="body"/>
          </p:nvPr>
        </p:nvSpPr>
        <p:spPr>
          <a:xfrm>
            <a:off x="287280" y="626292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740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1069560" cy="720360"/>
          </a:xfrm>
          <a:prstGeom prst="rect">
            <a:avLst/>
          </a:prstGeom>
        </p:spPr>
        <p:txBody>
          <a:bodyPr lIns="0" tIns="0" rIns="0" bIns="0">
            <a:normAutofit fontScale="4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741" name="PlaceHolder 3"/>
          <p:cNvSpPr>
            <a:spLocks noGrp="1"/>
          </p:cNvSpPr>
          <p:nvPr>
            <p:ph type="body"/>
          </p:nvPr>
        </p:nvSpPr>
        <p:spPr>
          <a:xfrm>
            <a:off x="1410840" y="588636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742" name="PlaceHolder 4"/>
          <p:cNvSpPr>
            <a:spLocks noGrp="1"/>
          </p:cNvSpPr>
          <p:nvPr>
            <p:ph type="body"/>
          </p:nvPr>
        </p:nvSpPr>
        <p:spPr>
          <a:xfrm>
            <a:off x="1410840" y="626292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744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745" name="PlaceHolder 3"/>
          <p:cNvSpPr>
            <a:spLocks noGrp="1"/>
          </p:cNvSpPr>
          <p:nvPr>
            <p:ph type="body"/>
          </p:nvPr>
        </p:nvSpPr>
        <p:spPr>
          <a:xfrm>
            <a:off x="1410840" y="588636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746" name="PlaceHolder 4"/>
          <p:cNvSpPr>
            <a:spLocks noGrp="1"/>
          </p:cNvSpPr>
          <p:nvPr>
            <p:ph type="body"/>
          </p:nvPr>
        </p:nvSpPr>
        <p:spPr>
          <a:xfrm>
            <a:off x="287280" y="6262920"/>
            <a:ext cx="2192040" cy="343440"/>
          </a:xfrm>
          <a:prstGeom prst="rect">
            <a:avLst/>
          </a:prstGeom>
        </p:spPr>
        <p:txBody>
          <a:bodyPr lIns="0" tIns="0" rIns="0" bIns="0">
            <a:normAutofit fontScale="4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748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2192040" cy="343440"/>
          </a:xfrm>
          <a:prstGeom prst="rect">
            <a:avLst/>
          </a:prstGeom>
        </p:spPr>
        <p:txBody>
          <a:bodyPr lIns="0" tIns="0" rIns="0" bIns="0">
            <a:normAutofit fontScale="4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749" name="PlaceHolder 3"/>
          <p:cNvSpPr>
            <a:spLocks noGrp="1"/>
          </p:cNvSpPr>
          <p:nvPr>
            <p:ph type="body"/>
          </p:nvPr>
        </p:nvSpPr>
        <p:spPr>
          <a:xfrm>
            <a:off x="287280" y="6262920"/>
            <a:ext cx="2192040" cy="343440"/>
          </a:xfrm>
          <a:prstGeom prst="rect">
            <a:avLst/>
          </a:prstGeom>
        </p:spPr>
        <p:txBody>
          <a:bodyPr lIns="0" tIns="0" rIns="0" bIns="0">
            <a:normAutofit fontScale="4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751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752" name="PlaceHolder 3"/>
          <p:cNvSpPr>
            <a:spLocks noGrp="1"/>
          </p:cNvSpPr>
          <p:nvPr>
            <p:ph type="body"/>
          </p:nvPr>
        </p:nvSpPr>
        <p:spPr>
          <a:xfrm>
            <a:off x="1410840" y="588636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753" name="PlaceHolder 4"/>
          <p:cNvSpPr>
            <a:spLocks noGrp="1"/>
          </p:cNvSpPr>
          <p:nvPr>
            <p:ph type="body"/>
          </p:nvPr>
        </p:nvSpPr>
        <p:spPr>
          <a:xfrm>
            <a:off x="287280" y="626292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754" name="PlaceHolder 5"/>
          <p:cNvSpPr>
            <a:spLocks noGrp="1"/>
          </p:cNvSpPr>
          <p:nvPr>
            <p:ph type="body"/>
          </p:nvPr>
        </p:nvSpPr>
        <p:spPr>
          <a:xfrm>
            <a:off x="1410840" y="6262920"/>
            <a:ext cx="1069560" cy="343440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PlaceHolder 1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de-DE" sz="135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756" name="PlaceHolder 2"/>
          <p:cNvSpPr>
            <a:spLocks noGrp="1"/>
          </p:cNvSpPr>
          <p:nvPr>
            <p:ph type="body"/>
          </p:nvPr>
        </p:nvSpPr>
        <p:spPr>
          <a:xfrm>
            <a:off x="287280" y="5886360"/>
            <a:ext cx="705600" cy="343440"/>
          </a:xfrm>
          <a:prstGeom prst="rect">
            <a:avLst/>
          </a:prstGeom>
        </p:spPr>
        <p:txBody>
          <a:bodyPr lIns="0" tIns="0" rIns="0" bIns="0">
            <a:normAutofit fontScale="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757" name="PlaceHolder 3"/>
          <p:cNvSpPr>
            <a:spLocks noGrp="1"/>
          </p:cNvSpPr>
          <p:nvPr>
            <p:ph type="body"/>
          </p:nvPr>
        </p:nvSpPr>
        <p:spPr>
          <a:xfrm>
            <a:off x="1028520" y="5886360"/>
            <a:ext cx="705600" cy="343440"/>
          </a:xfrm>
          <a:prstGeom prst="rect">
            <a:avLst/>
          </a:prstGeom>
        </p:spPr>
        <p:txBody>
          <a:bodyPr lIns="0" tIns="0" rIns="0" bIns="0">
            <a:normAutofit fontScale="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758" name="PlaceHolder 4"/>
          <p:cNvSpPr>
            <a:spLocks noGrp="1"/>
          </p:cNvSpPr>
          <p:nvPr>
            <p:ph type="body"/>
          </p:nvPr>
        </p:nvSpPr>
        <p:spPr>
          <a:xfrm>
            <a:off x="1769760" y="5886360"/>
            <a:ext cx="705600" cy="343440"/>
          </a:xfrm>
          <a:prstGeom prst="rect">
            <a:avLst/>
          </a:prstGeom>
        </p:spPr>
        <p:txBody>
          <a:bodyPr lIns="0" tIns="0" rIns="0" bIns="0">
            <a:normAutofit fontScale="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759" name="PlaceHolder 5"/>
          <p:cNvSpPr>
            <a:spLocks noGrp="1"/>
          </p:cNvSpPr>
          <p:nvPr>
            <p:ph type="body"/>
          </p:nvPr>
        </p:nvSpPr>
        <p:spPr>
          <a:xfrm>
            <a:off x="287280" y="6262920"/>
            <a:ext cx="705600" cy="343440"/>
          </a:xfrm>
          <a:prstGeom prst="rect">
            <a:avLst/>
          </a:prstGeom>
        </p:spPr>
        <p:txBody>
          <a:bodyPr lIns="0" tIns="0" rIns="0" bIns="0">
            <a:normAutofit fontScale="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760" name="PlaceHolder 6"/>
          <p:cNvSpPr>
            <a:spLocks noGrp="1"/>
          </p:cNvSpPr>
          <p:nvPr>
            <p:ph type="body"/>
          </p:nvPr>
        </p:nvSpPr>
        <p:spPr>
          <a:xfrm>
            <a:off x="1028520" y="6262920"/>
            <a:ext cx="705600" cy="343440"/>
          </a:xfrm>
          <a:prstGeom prst="rect">
            <a:avLst/>
          </a:prstGeom>
        </p:spPr>
        <p:txBody>
          <a:bodyPr lIns="0" tIns="0" rIns="0" bIns="0">
            <a:normAutofit fontScale="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761" name="PlaceHolder 7"/>
          <p:cNvSpPr>
            <a:spLocks noGrp="1"/>
          </p:cNvSpPr>
          <p:nvPr>
            <p:ph type="body"/>
          </p:nvPr>
        </p:nvSpPr>
        <p:spPr>
          <a:xfrm>
            <a:off x="1769760" y="6262920"/>
            <a:ext cx="705600" cy="343440"/>
          </a:xfrm>
          <a:prstGeom prst="rect">
            <a:avLst/>
          </a:prstGeom>
        </p:spPr>
        <p:txBody>
          <a:bodyPr lIns="0" tIns="0" rIns="0" bIns="0">
            <a:normAutofit fontScale="2000"/>
          </a:bodyPr>
          <a:lstStyle/>
          <a:p>
            <a:endParaRPr lang="de-DE" sz="2000" b="1" strike="noStrike" spc="-1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18" Type="http://schemas.openxmlformats.org/officeDocument/2006/relationships/image" Target="../media/image5.jpeg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8.gif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20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6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6" Type="http://schemas.openxmlformats.org/officeDocument/2006/relationships/image" Target="../media/image10.png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image" Target="../media/image9.jpeg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1.pn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4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14" Type="http://schemas.openxmlformats.org/officeDocument/2006/relationships/image" Target="../media/image1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13" Type="http://schemas.openxmlformats.org/officeDocument/2006/relationships/theme" Target="../theme/theme4.xml"/><Relationship Id="rId3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3.xml"/><Relationship Id="rId12" Type="http://schemas.openxmlformats.org/officeDocument/2006/relationships/slideLayout" Target="../slideLayouts/slideLayout48.xml"/><Relationship Id="rId2" Type="http://schemas.openxmlformats.org/officeDocument/2006/relationships/slideLayout" Target="../slideLayouts/slideLayout38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1.xml"/><Relationship Id="rId10" Type="http://schemas.openxmlformats.org/officeDocument/2006/relationships/slideLayout" Target="../slideLayouts/slideLayout46.xml"/><Relationship Id="rId4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5.xml"/><Relationship Id="rId14" Type="http://schemas.openxmlformats.org/officeDocument/2006/relationships/image" Target="../media/image1.png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6.xml"/><Relationship Id="rId13" Type="http://schemas.openxmlformats.org/officeDocument/2006/relationships/theme" Target="../theme/theme5.xml"/><Relationship Id="rId18" Type="http://schemas.openxmlformats.org/officeDocument/2006/relationships/image" Target="../media/image5.jpeg"/><Relationship Id="rId3" Type="http://schemas.openxmlformats.org/officeDocument/2006/relationships/slideLayout" Target="../slideLayouts/slideLayout51.xml"/><Relationship Id="rId21" Type="http://schemas.openxmlformats.org/officeDocument/2006/relationships/image" Target="../media/image8.gif"/><Relationship Id="rId7" Type="http://schemas.openxmlformats.org/officeDocument/2006/relationships/slideLayout" Target="../slideLayouts/slideLayout55.xml"/><Relationship Id="rId12" Type="http://schemas.openxmlformats.org/officeDocument/2006/relationships/slideLayout" Target="../slideLayouts/slideLayout60.xml"/><Relationship Id="rId17" Type="http://schemas.openxmlformats.org/officeDocument/2006/relationships/image" Target="../media/image4.png"/><Relationship Id="rId2" Type="http://schemas.openxmlformats.org/officeDocument/2006/relationships/slideLayout" Target="../slideLayouts/slideLayout50.xml"/><Relationship Id="rId16" Type="http://schemas.openxmlformats.org/officeDocument/2006/relationships/image" Target="../media/image3.png"/><Relationship Id="rId20" Type="http://schemas.openxmlformats.org/officeDocument/2006/relationships/image" Target="../media/image7.png"/><Relationship Id="rId1" Type="http://schemas.openxmlformats.org/officeDocument/2006/relationships/slideLayout" Target="../slideLayouts/slideLayout49.xml"/><Relationship Id="rId6" Type="http://schemas.openxmlformats.org/officeDocument/2006/relationships/slideLayout" Target="../slideLayouts/slideLayout54.xml"/><Relationship Id="rId11" Type="http://schemas.openxmlformats.org/officeDocument/2006/relationships/slideLayout" Target="../slideLayouts/slideLayout59.xml"/><Relationship Id="rId5" Type="http://schemas.openxmlformats.org/officeDocument/2006/relationships/slideLayout" Target="../slideLayouts/slideLayout53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58.xml"/><Relationship Id="rId19" Type="http://schemas.openxmlformats.org/officeDocument/2006/relationships/image" Target="../media/image6.png"/><Relationship Id="rId4" Type="http://schemas.openxmlformats.org/officeDocument/2006/relationships/slideLayout" Target="../slideLayouts/slideLayout52.xml"/><Relationship Id="rId9" Type="http://schemas.openxmlformats.org/officeDocument/2006/relationships/slideLayout" Target="../slideLayouts/slideLayout57.xml"/><Relationship Id="rId14" Type="http://schemas.openxmlformats.org/officeDocument/2006/relationships/image" Target="../media/image1.png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8.xml"/><Relationship Id="rId13" Type="http://schemas.openxmlformats.org/officeDocument/2006/relationships/theme" Target="../theme/theme6.xml"/><Relationship Id="rId3" Type="http://schemas.openxmlformats.org/officeDocument/2006/relationships/slideLayout" Target="../slideLayouts/slideLayout63.xml"/><Relationship Id="rId7" Type="http://schemas.openxmlformats.org/officeDocument/2006/relationships/slideLayout" Target="../slideLayouts/slideLayout67.xml"/><Relationship Id="rId12" Type="http://schemas.openxmlformats.org/officeDocument/2006/relationships/slideLayout" Target="../slideLayouts/slideLayout72.xml"/><Relationship Id="rId2" Type="http://schemas.openxmlformats.org/officeDocument/2006/relationships/slideLayout" Target="../slideLayouts/slideLayout62.xml"/><Relationship Id="rId16" Type="http://schemas.openxmlformats.org/officeDocument/2006/relationships/image" Target="../media/image13.png"/><Relationship Id="rId1" Type="http://schemas.openxmlformats.org/officeDocument/2006/relationships/slideLayout" Target="../slideLayouts/slideLayout61.xml"/><Relationship Id="rId6" Type="http://schemas.openxmlformats.org/officeDocument/2006/relationships/slideLayout" Target="../slideLayouts/slideLayout66.xml"/><Relationship Id="rId11" Type="http://schemas.openxmlformats.org/officeDocument/2006/relationships/slideLayout" Target="../slideLayouts/slideLayout71.xml"/><Relationship Id="rId5" Type="http://schemas.openxmlformats.org/officeDocument/2006/relationships/slideLayout" Target="../slideLayouts/slideLayout65.xml"/><Relationship Id="rId15" Type="http://schemas.openxmlformats.org/officeDocument/2006/relationships/image" Target="../media/image12.png"/><Relationship Id="rId10" Type="http://schemas.openxmlformats.org/officeDocument/2006/relationships/slideLayout" Target="../slideLayouts/slideLayout70.xml"/><Relationship Id="rId4" Type="http://schemas.openxmlformats.org/officeDocument/2006/relationships/slideLayout" Target="../slideLayouts/slideLayout64.xml"/><Relationship Id="rId9" Type="http://schemas.openxmlformats.org/officeDocument/2006/relationships/slideLayout" Target="../slideLayouts/slideLayout69.xml"/><Relationship Id="rId14" Type="http://schemas.openxmlformats.org/officeDocument/2006/relationships/image" Target="../media/image1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"/>
          <p:cNvGrpSpPr/>
          <p:nvPr/>
        </p:nvGrpSpPr>
        <p:grpSpPr>
          <a:xfrm>
            <a:off x="97560" y="6209280"/>
            <a:ext cx="1758600" cy="630360"/>
            <a:chOff x="97560" y="6209280"/>
            <a:chExt cx="1758600" cy="630360"/>
          </a:xfrm>
        </p:grpSpPr>
        <p:pic>
          <p:nvPicPr>
            <p:cNvPr id="17" name="Grafik 3"/>
            <p:cNvPicPr/>
            <p:nvPr/>
          </p:nvPicPr>
          <p:blipFill>
            <a:blip r:embed="rId14"/>
            <a:srcRect b="20155"/>
            <a:stretch/>
          </p:blipFill>
          <p:spPr>
            <a:xfrm>
              <a:off x="97560" y="6209280"/>
              <a:ext cx="1052640" cy="630360"/>
            </a:xfrm>
            <a:prstGeom prst="rect">
              <a:avLst/>
            </a:prstGeom>
            <a:ln>
              <a:noFill/>
            </a:ln>
          </p:spPr>
        </p:pic>
        <p:sp>
          <p:nvSpPr>
            <p:cNvPr id="2" name="CustomShape 2"/>
            <p:cNvSpPr/>
            <p:nvPr/>
          </p:nvSpPr>
          <p:spPr>
            <a:xfrm>
              <a:off x="1058040" y="6232320"/>
              <a:ext cx="798120" cy="57708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US" sz="1600" b="0" strike="noStrike" spc="-1">
                  <a:solidFill>
                    <a:srgbClr val="14272E"/>
                  </a:solidFill>
                  <a:latin typeface="Futura Bk BT"/>
                </a:rPr>
                <a:t>CRC</a:t>
              </a:r>
              <a:endParaRPr lang="en-US" sz="1600" b="0" strike="noStrike" spc="-1">
                <a:solidFill>
                  <a:srgbClr val="45ACDF"/>
                </a:solidFill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lang="en-US" sz="1600" b="0" strike="noStrike" spc="-1">
                  <a:solidFill>
                    <a:srgbClr val="14272E"/>
                  </a:solidFill>
                  <a:latin typeface="Futura Bk BT"/>
                </a:rPr>
                <a:t>1625</a:t>
              </a:r>
              <a:endParaRPr lang="en-US" sz="1600" b="0" strike="noStrike" spc="-1">
                <a:solidFill>
                  <a:srgbClr val="45ACDF"/>
                </a:solidFill>
                <a:latin typeface="Arial"/>
              </a:endParaRPr>
            </a:p>
          </p:txBody>
        </p:sp>
      </p:grpSp>
      <p:cxnSp>
        <p:nvCxnSpPr>
          <p:cNvPr id="3" name="Line 3"/>
          <p:cNvCxnSpPr/>
          <p:nvPr/>
        </p:nvCxnSpPr>
        <p:spPr>
          <a:xfrm>
            <a:off x="-8640" y="6104520"/>
            <a:ext cx="12200760" cy="360"/>
          </a:xfrm>
          <a:prstGeom prst="straightConnector1">
            <a:avLst/>
          </a:prstGeom>
          <a:ln w="19080">
            <a:solidFill>
              <a:srgbClr val="A485CE"/>
            </a:solidFill>
            <a:miter/>
          </a:ln>
        </p:spPr>
      </p:cxnSp>
      <p:pic>
        <p:nvPicPr>
          <p:cNvPr id="4" name="Grafik 19" descr="Ein Bild, das Entwurf, Lineart, Zeichnung, Clipart enthält.&#10;&#10;Automatisch generierte Beschreibung"/>
          <p:cNvPicPr/>
          <p:nvPr/>
        </p:nvPicPr>
        <p:blipFill>
          <a:blip r:embed="rId15"/>
          <a:stretch/>
        </p:blipFill>
        <p:spPr>
          <a:xfrm>
            <a:off x="2091960" y="6091560"/>
            <a:ext cx="789120" cy="748440"/>
          </a:xfrm>
          <a:prstGeom prst="rect">
            <a:avLst/>
          </a:prstGeom>
          <a:ln>
            <a:noFill/>
          </a:ln>
        </p:spPr>
      </p:pic>
      <p:sp>
        <p:nvSpPr>
          <p:cNvPr id="5" name="CustomShape 4"/>
          <p:cNvSpPr/>
          <p:nvPr/>
        </p:nvSpPr>
        <p:spPr>
          <a:xfrm>
            <a:off x="5405760" y="164520"/>
            <a:ext cx="4876200" cy="14965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r">
              <a:lnSpc>
                <a:spcPct val="110000"/>
              </a:lnSpc>
            </a:pPr>
            <a:r>
              <a:rPr lang="en-US" sz="2100" b="0" strike="noStrike" spc="-1">
                <a:solidFill>
                  <a:srgbClr val="262626"/>
                </a:solidFill>
                <a:latin typeface="Futura Bk BT"/>
                <a:ea typeface="Source Sans Pro"/>
              </a:rPr>
              <a:t>Atomic-scale understanding and design of multifunctional compositionally complex solid solution surfaces</a:t>
            </a:r>
            <a:endParaRPr lang="en-US" sz="2100" b="0" strike="noStrike" spc="-1">
              <a:solidFill>
                <a:srgbClr val="45ACDF"/>
              </a:solidFill>
              <a:latin typeface="Arial"/>
            </a:endParaRPr>
          </a:p>
        </p:txBody>
      </p:sp>
      <p:pic>
        <p:nvPicPr>
          <p:cNvPr id="6" name="Grafik 14"/>
          <p:cNvPicPr/>
          <p:nvPr/>
        </p:nvPicPr>
        <p:blipFill>
          <a:blip r:embed="rId16"/>
          <a:srcRect t="-4718" b="-5898"/>
          <a:stretch/>
        </p:blipFill>
        <p:spPr>
          <a:xfrm>
            <a:off x="10653120" y="235080"/>
            <a:ext cx="1298520" cy="1077840"/>
          </a:xfrm>
          <a:prstGeom prst="rect">
            <a:avLst/>
          </a:prstGeom>
          <a:ln>
            <a:noFill/>
          </a:ln>
        </p:spPr>
      </p:pic>
      <p:pic>
        <p:nvPicPr>
          <p:cNvPr id="7" name="Grafik 3" descr="Ein Bild, das Text, Schrift, Screenshot, Grafiken enthält.&#10;&#10;Automatisch generierte Beschreibung"/>
          <p:cNvPicPr/>
          <p:nvPr/>
        </p:nvPicPr>
        <p:blipFill>
          <a:blip r:embed="rId17"/>
          <a:stretch/>
        </p:blipFill>
        <p:spPr>
          <a:xfrm>
            <a:off x="7744680" y="6234480"/>
            <a:ext cx="2204640" cy="462600"/>
          </a:xfrm>
          <a:prstGeom prst="rect">
            <a:avLst/>
          </a:prstGeom>
          <a:ln>
            <a:noFill/>
          </a:ln>
        </p:spPr>
      </p:pic>
      <p:sp>
        <p:nvSpPr>
          <p:cNvPr id="8" name="PlaceHolder 5"/>
          <p:cNvSpPr>
            <a:spLocks noGrp="1"/>
          </p:cNvSpPr>
          <p:nvPr>
            <p:ph type="body"/>
          </p:nvPr>
        </p:nvSpPr>
        <p:spPr>
          <a:xfrm>
            <a:off x="-5760" y="0"/>
            <a:ext cx="4209840" cy="5762160"/>
          </a:xfrm>
          <a:prstGeom prst="rect">
            <a:avLst/>
          </a:prstGeom>
        </p:spPr>
        <p:txBody>
          <a:bodyPr lIns="90000" tIns="45000" rIns="90000" bIns="45000">
            <a:noAutofit/>
          </a:bodyPr>
          <a:lstStyle/>
          <a:p>
            <a:pPr marL="432000" indent="-324000">
              <a:lnSpc>
                <a:spcPts val="2401"/>
              </a:lnSpc>
              <a:spcAft>
                <a:spcPts val="1599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350" b="0" strike="noStrike" spc="-1">
                <a:solidFill>
                  <a:srgbClr val="14272E"/>
                </a:solidFill>
                <a:latin typeface="Calibri"/>
              </a:rPr>
              <a:t>Bild durch Klicken auf Symbol hinzufügen</a:t>
            </a:r>
            <a:endParaRPr lang="de-DE" sz="1350" b="1" strike="noStrike" spc="-1">
              <a:solidFill>
                <a:srgbClr val="262626"/>
              </a:solidFill>
              <a:latin typeface="Calibri"/>
            </a:endParaRPr>
          </a:p>
        </p:txBody>
      </p:sp>
      <p:cxnSp>
        <p:nvCxnSpPr>
          <p:cNvPr id="9" name="Line 6"/>
          <p:cNvCxnSpPr/>
          <p:nvPr/>
        </p:nvCxnSpPr>
        <p:spPr>
          <a:xfrm>
            <a:off x="10438920" y="272880"/>
            <a:ext cx="360" cy="972360"/>
          </a:xfrm>
          <a:prstGeom prst="straightConnector1">
            <a:avLst/>
          </a:prstGeom>
          <a:ln w="19080">
            <a:solidFill>
              <a:srgbClr val="262626"/>
            </a:solidFill>
            <a:miter/>
          </a:ln>
        </p:spPr>
      </p:cxnSp>
      <p:pic>
        <p:nvPicPr>
          <p:cNvPr id="10" name="Grafik 4" descr="Ein Bild, das Text, Schrift, Logo, Grafiken enthält.&#10;&#10;Automatisch generierte Beschreibung"/>
          <p:cNvPicPr/>
          <p:nvPr/>
        </p:nvPicPr>
        <p:blipFill>
          <a:blip r:embed="rId18"/>
          <a:stretch/>
        </p:blipFill>
        <p:spPr>
          <a:xfrm>
            <a:off x="61200" y="6355440"/>
            <a:ext cx="1955880" cy="374040"/>
          </a:xfrm>
          <a:prstGeom prst="rect">
            <a:avLst/>
          </a:prstGeom>
          <a:ln>
            <a:noFill/>
          </a:ln>
        </p:spPr>
      </p:pic>
      <p:pic>
        <p:nvPicPr>
          <p:cNvPr id="11" name="Grafik 10" descr="Ein Bild, das Text, Schrift, Screenshot, Electric Blue (Farbe) enthält.&#10;&#10;Automatisch generierte Beschreibung"/>
          <p:cNvPicPr/>
          <p:nvPr/>
        </p:nvPicPr>
        <p:blipFill>
          <a:blip r:embed="rId19"/>
          <a:stretch/>
        </p:blipFill>
        <p:spPr>
          <a:xfrm>
            <a:off x="4671000" y="6241680"/>
            <a:ext cx="1283400" cy="493920"/>
          </a:xfrm>
          <a:prstGeom prst="rect">
            <a:avLst/>
          </a:prstGeom>
          <a:ln>
            <a:noFill/>
          </a:ln>
        </p:spPr>
      </p:pic>
      <p:pic>
        <p:nvPicPr>
          <p:cNvPr id="12" name="Grafik 20"/>
          <p:cNvPicPr/>
          <p:nvPr/>
        </p:nvPicPr>
        <p:blipFill>
          <a:blip r:embed="rId20"/>
          <a:srcRect t="4395" b="1775"/>
          <a:stretch/>
        </p:blipFill>
        <p:spPr>
          <a:xfrm>
            <a:off x="2955960" y="6229080"/>
            <a:ext cx="1640160" cy="563760"/>
          </a:xfrm>
          <a:prstGeom prst="rect">
            <a:avLst/>
          </a:prstGeom>
          <a:ln>
            <a:noFill/>
          </a:ln>
        </p:spPr>
      </p:pic>
      <p:pic>
        <p:nvPicPr>
          <p:cNvPr id="13" name="Grafik 23" descr="Ein Bild, das Text, Schrift, Electric Blue (Farbe), Screenshot enthält.&#10;&#10;Automatisch generierte Beschreibung"/>
          <p:cNvPicPr/>
          <p:nvPr/>
        </p:nvPicPr>
        <p:blipFill>
          <a:blip r:embed="rId21"/>
          <a:stretch/>
        </p:blipFill>
        <p:spPr>
          <a:xfrm>
            <a:off x="6029280" y="6229080"/>
            <a:ext cx="1640160" cy="493920"/>
          </a:xfrm>
          <a:prstGeom prst="rect">
            <a:avLst/>
          </a:prstGeom>
          <a:ln>
            <a:noFill/>
          </a:ln>
        </p:spPr>
      </p:pic>
      <p:sp>
        <p:nvSpPr>
          <p:cNvPr id="14" name="PlaceHolder 7"/>
          <p:cNvSpPr>
            <a:spLocks noGrp="1"/>
          </p:cNvSpPr>
          <p:nvPr>
            <p:ph type="title"/>
          </p:nvPr>
        </p:nvSpPr>
        <p:spPr>
          <a:xfrm>
            <a:off x="4295880" y="2954520"/>
            <a:ext cx="7655760" cy="8838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-US" sz="5400" b="0" strike="noStrike" spc="-1">
                <a:solidFill>
                  <a:srgbClr val="262626"/>
                </a:solidFill>
                <a:latin typeface="Futura Bk BT"/>
                <a:ea typeface="Source Sans Pro"/>
              </a:rPr>
              <a:t>Project number</a:t>
            </a:r>
            <a:endParaRPr lang="de-DE" sz="540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15" name="PlaceHolder 8"/>
          <p:cNvSpPr>
            <a:spLocks noGrp="1"/>
          </p:cNvSpPr>
          <p:nvPr>
            <p:ph type="dt"/>
          </p:nvPr>
        </p:nvSpPr>
        <p:spPr>
          <a:xfrm>
            <a:off x="10018800" y="6372360"/>
            <a:ext cx="1932840" cy="320760"/>
          </a:xfrm>
          <a:prstGeom prst="rect">
            <a:avLst/>
          </a:prstGeom>
        </p:spPr>
        <p:txBody>
          <a:bodyPr lIns="90000" tIns="45000" rIns="90000" bIns="45000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400" b="0" strike="noStrike" spc="-1">
                <a:solidFill>
                  <a:srgbClr val="262626"/>
                </a:solidFill>
                <a:latin typeface="Futura Bk BT"/>
              </a:rPr>
              <a:t>&lt;date/time&gt;</a:t>
            </a:r>
            <a:endParaRPr lang="en-US" sz="14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Group 1"/>
          <p:cNvGrpSpPr/>
          <p:nvPr/>
        </p:nvGrpSpPr>
        <p:grpSpPr>
          <a:xfrm>
            <a:off x="97560" y="6209280"/>
            <a:ext cx="1758600" cy="630360"/>
            <a:chOff x="97560" y="6209280"/>
            <a:chExt cx="1758600" cy="630360"/>
          </a:xfrm>
        </p:grpSpPr>
        <p:pic>
          <p:nvPicPr>
            <p:cNvPr id="53" name="Grafik 3"/>
            <p:cNvPicPr/>
            <p:nvPr/>
          </p:nvPicPr>
          <p:blipFill>
            <a:blip r:embed="rId14"/>
            <a:srcRect b="20155"/>
            <a:stretch/>
          </p:blipFill>
          <p:spPr>
            <a:xfrm>
              <a:off x="97560" y="6209280"/>
              <a:ext cx="1052640" cy="630360"/>
            </a:xfrm>
            <a:prstGeom prst="rect">
              <a:avLst/>
            </a:prstGeom>
            <a:ln>
              <a:noFill/>
            </a:ln>
          </p:spPr>
        </p:pic>
        <p:sp>
          <p:nvSpPr>
            <p:cNvPr id="54" name="CustomShape 2"/>
            <p:cNvSpPr/>
            <p:nvPr/>
          </p:nvSpPr>
          <p:spPr>
            <a:xfrm>
              <a:off x="1058040" y="6232320"/>
              <a:ext cx="798120" cy="57708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US" sz="1600" b="0" strike="noStrike" spc="-1">
                  <a:solidFill>
                    <a:srgbClr val="14272E"/>
                  </a:solidFill>
                  <a:latin typeface="Futura Bk BT"/>
                </a:rPr>
                <a:t>CRC</a:t>
              </a:r>
              <a:endParaRPr lang="en-US" sz="1600" b="0" strike="noStrike" spc="-1">
                <a:solidFill>
                  <a:srgbClr val="45ACDF"/>
                </a:solidFill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lang="en-US" sz="1600" b="0" strike="noStrike" spc="-1">
                  <a:solidFill>
                    <a:srgbClr val="14272E"/>
                  </a:solidFill>
                  <a:latin typeface="Futura Bk BT"/>
                </a:rPr>
                <a:t>1625</a:t>
              </a:r>
              <a:endParaRPr lang="en-US" sz="1600" b="0" strike="noStrike" spc="-1">
                <a:solidFill>
                  <a:srgbClr val="45ACDF"/>
                </a:solidFill>
                <a:latin typeface="Arial"/>
              </a:endParaRPr>
            </a:p>
          </p:txBody>
        </p:sp>
      </p:grpSp>
      <p:cxnSp>
        <p:nvCxnSpPr>
          <p:cNvPr id="55" name="Line 3"/>
          <p:cNvCxnSpPr/>
          <p:nvPr/>
        </p:nvCxnSpPr>
        <p:spPr>
          <a:xfrm>
            <a:off x="-8640" y="6104520"/>
            <a:ext cx="12200760" cy="360"/>
          </a:xfrm>
          <a:prstGeom prst="straightConnector1">
            <a:avLst/>
          </a:prstGeom>
          <a:ln w="19080">
            <a:solidFill>
              <a:srgbClr val="A485CE"/>
            </a:solidFill>
            <a:miter/>
          </a:ln>
        </p:spPr>
      </p:cxnSp>
      <p:sp>
        <p:nvSpPr>
          <p:cNvPr id="56" name="CustomShape 4"/>
          <p:cNvSpPr/>
          <p:nvPr/>
        </p:nvSpPr>
        <p:spPr>
          <a:xfrm>
            <a:off x="0" y="0"/>
            <a:ext cx="12191760" cy="6863760"/>
          </a:xfrm>
          <a:prstGeom prst="rect">
            <a:avLst/>
          </a:prstGeom>
          <a:solidFill>
            <a:srgbClr val="14272E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7" name="PlaceHolder 5"/>
          <p:cNvSpPr>
            <a:spLocks noGrp="1"/>
          </p:cNvSpPr>
          <p:nvPr>
            <p:ph type="title"/>
          </p:nvPr>
        </p:nvSpPr>
        <p:spPr>
          <a:xfrm>
            <a:off x="623880" y="1008000"/>
            <a:ext cx="5676480" cy="95976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>
              <a:lnSpc>
                <a:spcPts val="7600"/>
              </a:lnSpc>
              <a:tabLst>
                <a:tab pos="0" algn="l"/>
              </a:tabLst>
            </a:pPr>
            <a:r>
              <a:rPr lang="de-DE" sz="6400" b="0" strike="noStrike" spc="-1">
                <a:solidFill>
                  <a:srgbClr val="FFFFFF"/>
                </a:solidFill>
                <a:latin typeface="Futura Bk BT"/>
                <a:ea typeface="Source Sans Pro"/>
              </a:rPr>
              <a:t>Chapter</a:t>
            </a:r>
            <a:br/>
            <a:endParaRPr lang="de-DE" sz="640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body"/>
          </p:nvPr>
        </p:nvSpPr>
        <p:spPr>
          <a:xfrm>
            <a:off x="623880" y="1968480"/>
            <a:ext cx="5676480" cy="191952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marL="432000" indent="-324000">
              <a:lnSpc>
                <a:spcPts val="7600"/>
              </a:lnSpc>
              <a:spcAft>
                <a:spcPts val="1599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7200" b="1" strike="noStrike" spc="-1">
                <a:solidFill>
                  <a:srgbClr val="C8B6E2"/>
                </a:solidFill>
                <a:latin typeface="Futura Bk BT"/>
                <a:ea typeface="Source Sans Pro"/>
              </a:rPr>
              <a:t>Highlighting</a:t>
            </a:r>
            <a:endParaRPr lang="de-DE" sz="7200" b="1" strike="noStrike" spc="-1">
              <a:solidFill>
                <a:srgbClr val="262626"/>
              </a:solidFill>
              <a:latin typeface="Calibri"/>
            </a:endParaRPr>
          </a:p>
        </p:txBody>
      </p:sp>
      <p:pic>
        <p:nvPicPr>
          <p:cNvPr id="59" name="Grafik 4" descr="Ein Bild, das draußen, Himmel, Vogel enthält.&#10;&#10;Automatisch generierte Beschreibung mit mittlerer Zuverlässigkeit"/>
          <p:cNvPicPr/>
          <p:nvPr/>
        </p:nvPicPr>
        <p:blipFill>
          <a:blip r:embed="rId15"/>
          <a:stretch/>
        </p:blipFill>
        <p:spPr>
          <a:xfrm>
            <a:off x="7620120" y="-8640"/>
            <a:ext cx="4571640" cy="6872400"/>
          </a:xfrm>
          <a:prstGeom prst="rect">
            <a:avLst/>
          </a:prstGeom>
          <a:ln>
            <a:noFill/>
          </a:ln>
        </p:spPr>
      </p:pic>
      <p:sp>
        <p:nvSpPr>
          <p:cNvPr id="60" name="CustomShape 7"/>
          <p:cNvSpPr/>
          <p:nvPr/>
        </p:nvSpPr>
        <p:spPr>
          <a:xfrm>
            <a:off x="9972000" y="-8640"/>
            <a:ext cx="1932120" cy="1569600"/>
          </a:xfrm>
          <a:prstGeom prst="rect">
            <a:avLst/>
          </a:prstGeom>
          <a:solidFill>
            <a:srgbClr val="14272E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61" name="Grafik 6" descr="Ein Bild, das Kugel enthält.&#10;&#10;Automatisch generierte Beschreibung"/>
          <p:cNvPicPr/>
          <p:nvPr/>
        </p:nvPicPr>
        <p:blipFill>
          <a:blip r:embed="rId16"/>
          <a:stretch/>
        </p:blipFill>
        <p:spPr>
          <a:xfrm>
            <a:off x="10093320" y="142200"/>
            <a:ext cx="1689480" cy="1267560"/>
          </a:xfrm>
          <a:prstGeom prst="rect">
            <a:avLst/>
          </a:prstGeom>
          <a:ln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8" name="Group 1"/>
          <p:cNvGrpSpPr/>
          <p:nvPr/>
        </p:nvGrpSpPr>
        <p:grpSpPr>
          <a:xfrm>
            <a:off x="97560" y="6209280"/>
            <a:ext cx="1758600" cy="630360"/>
            <a:chOff x="97560" y="6209280"/>
            <a:chExt cx="1758600" cy="630360"/>
          </a:xfrm>
        </p:grpSpPr>
        <p:pic>
          <p:nvPicPr>
            <p:cNvPr id="99" name="Grafik 3"/>
            <p:cNvPicPr/>
            <p:nvPr/>
          </p:nvPicPr>
          <p:blipFill>
            <a:blip r:embed="rId14"/>
            <a:srcRect b="20155"/>
            <a:stretch/>
          </p:blipFill>
          <p:spPr>
            <a:xfrm>
              <a:off x="97560" y="6209280"/>
              <a:ext cx="1052640" cy="630360"/>
            </a:xfrm>
            <a:prstGeom prst="rect">
              <a:avLst/>
            </a:prstGeom>
            <a:ln>
              <a:noFill/>
            </a:ln>
          </p:spPr>
        </p:pic>
        <p:sp>
          <p:nvSpPr>
            <p:cNvPr id="100" name="CustomShape 2"/>
            <p:cNvSpPr/>
            <p:nvPr/>
          </p:nvSpPr>
          <p:spPr>
            <a:xfrm>
              <a:off x="1058040" y="6232320"/>
              <a:ext cx="798120" cy="57708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US" sz="1600" b="0" strike="noStrike" spc="-1">
                  <a:solidFill>
                    <a:srgbClr val="14272E"/>
                  </a:solidFill>
                  <a:latin typeface="Futura Bk BT"/>
                </a:rPr>
                <a:t>CRC</a:t>
              </a:r>
              <a:endParaRPr lang="en-US" sz="1600" b="0" strike="noStrike" spc="-1">
                <a:solidFill>
                  <a:srgbClr val="45ACDF"/>
                </a:solidFill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lang="en-US" sz="1600" b="0" strike="noStrike" spc="-1">
                  <a:solidFill>
                    <a:srgbClr val="14272E"/>
                  </a:solidFill>
                  <a:latin typeface="Futura Bk BT"/>
                </a:rPr>
                <a:t>1625</a:t>
              </a:r>
              <a:endParaRPr lang="en-US" sz="1600" b="0" strike="noStrike" spc="-1">
                <a:solidFill>
                  <a:srgbClr val="45ACDF"/>
                </a:solidFill>
                <a:latin typeface="Arial"/>
              </a:endParaRPr>
            </a:p>
          </p:txBody>
        </p:sp>
      </p:grpSp>
      <p:cxnSp>
        <p:nvCxnSpPr>
          <p:cNvPr id="101" name="Line 3"/>
          <p:cNvCxnSpPr/>
          <p:nvPr/>
        </p:nvCxnSpPr>
        <p:spPr>
          <a:xfrm>
            <a:off x="-8640" y="6104520"/>
            <a:ext cx="12200760" cy="360"/>
          </a:xfrm>
          <a:prstGeom prst="straightConnector1">
            <a:avLst/>
          </a:prstGeom>
          <a:ln w="19080">
            <a:solidFill>
              <a:srgbClr val="A485CE"/>
            </a:solidFill>
            <a:miter/>
          </a:ln>
        </p:spPr>
      </p:cxnSp>
      <p:sp>
        <p:nvSpPr>
          <p:cNvPr id="102" name="PlaceHolder 4"/>
          <p:cNvSpPr>
            <a:spLocks noGrp="1"/>
          </p:cNvSpPr>
          <p:nvPr>
            <p:ph type="sldNum"/>
          </p:nvPr>
        </p:nvSpPr>
        <p:spPr>
          <a:xfrm>
            <a:off x="11286000" y="6364080"/>
            <a:ext cx="618840" cy="320760"/>
          </a:xfrm>
          <a:prstGeom prst="rect">
            <a:avLst/>
          </a:prstGeom>
        </p:spPr>
        <p:txBody>
          <a:bodyPr lIns="90000" tIns="45000" rIns="90000" bIns="45000">
            <a:noAutofit/>
          </a:bodyPr>
          <a:lstStyle/>
          <a:p>
            <a:pPr>
              <a:lnSpc>
                <a:spcPct val="100000"/>
              </a:lnSpc>
            </a:pPr>
            <a:fld id="{F1CAF9C1-4CEA-4014-B6B2-2FE9BB4A9B01}" type="slidenum">
              <a:rPr lang="en-GB" sz="1350" b="0" strike="noStrike" spc="-1">
                <a:solidFill>
                  <a:srgbClr val="14272E"/>
                </a:solidFill>
                <a:latin typeface="Calibri"/>
              </a:rPr>
              <a:t>‹#›</a:t>
            </a:fld>
            <a:endParaRPr lang="en-US" sz="1350" b="0" strike="noStrike" spc="-1">
              <a:latin typeface="Times New Roman"/>
            </a:endParaRPr>
          </a:p>
        </p:txBody>
      </p:sp>
      <p:sp>
        <p:nvSpPr>
          <p:cNvPr id="103" name="PlaceHolder 5"/>
          <p:cNvSpPr>
            <a:spLocks noGrp="1"/>
          </p:cNvSpPr>
          <p:nvPr>
            <p:ph type="title"/>
          </p:nvPr>
        </p:nvSpPr>
        <p:spPr>
          <a:xfrm>
            <a:off x="623880" y="288720"/>
            <a:ext cx="10938960" cy="62352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de-DE" sz="3600" b="0" strike="noStrike" spc="-1">
                <a:solidFill>
                  <a:srgbClr val="14272E"/>
                </a:solidFill>
                <a:latin typeface="Futura Bk BT"/>
                <a:ea typeface="Source Sans Pro"/>
              </a:rPr>
              <a:t>Chapter | CHART-HEADLINE</a:t>
            </a:r>
            <a:endParaRPr lang="de-DE" sz="360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104" name="PlaceHolder 6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1" strike="noStrike" spc="-1">
                <a:solidFill>
                  <a:srgbClr val="262626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strike="noStrike" spc="-1">
                <a:solidFill>
                  <a:srgbClr val="262626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strike="noStrike" spc="-1">
                <a:solidFill>
                  <a:srgbClr val="262626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strike="noStrike" spc="-1">
                <a:solidFill>
                  <a:srgbClr val="262626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strike="noStrike" spc="-1">
                <a:solidFill>
                  <a:srgbClr val="262626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strike="noStrike" spc="-1">
                <a:solidFill>
                  <a:srgbClr val="262626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strike="noStrike" spc="-1">
                <a:solidFill>
                  <a:srgbClr val="262626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4" name="Group 1"/>
          <p:cNvGrpSpPr/>
          <p:nvPr/>
        </p:nvGrpSpPr>
        <p:grpSpPr>
          <a:xfrm>
            <a:off x="97560" y="6209280"/>
            <a:ext cx="1758600" cy="630360"/>
            <a:chOff x="97560" y="6209280"/>
            <a:chExt cx="1758600" cy="630360"/>
          </a:xfrm>
        </p:grpSpPr>
        <p:pic>
          <p:nvPicPr>
            <p:cNvPr id="275" name="Grafik 3"/>
            <p:cNvPicPr/>
            <p:nvPr/>
          </p:nvPicPr>
          <p:blipFill>
            <a:blip r:embed="rId14"/>
            <a:srcRect b="20155"/>
            <a:stretch/>
          </p:blipFill>
          <p:spPr>
            <a:xfrm>
              <a:off x="97560" y="6209280"/>
              <a:ext cx="1052640" cy="630360"/>
            </a:xfrm>
            <a:prstGeom prst="rect">
              <a:avLst/>
            </a:prstGeom>
            <a:ln>
              <a:noFill/>
            </a:ln>
          </p:spPr>
        </p:pic>
        <p:sp>
          <p:nvSpPr>
            <p:cNvPr id="276" name="CustomShape 2"/>
            <p:cNvSpPr/>
            <p:nvPr/>
          </p:nvSpPr>
          <p:spPr>
            <a:xfrm>
              <a:off x="1058040" y="6232320"/>
              <a:ext cx="798120" cy="57708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US" sz="1600" b="0" strike="noStrike" spc="-1">
                  <a:solidFill>
                    <a:srgbClr val="14272E"/>
                  </a:solidFill>
                  <a:latin typeface="Futura Bk BT"/>
                </a:rPr>
                <a:t>CRC</a:t>
              </a:r>
              <a:endParaRPr lang="en-US" sz="1600" b="0" strike="noStrike" spc="-1">
                <a:solidFill>
                  <a:srgbClr val="45ACDF"/>
                </a:solidFill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lang="en-US" sz="1600" b="0" strike="noStrike" spc="-1">
                  <a:solidFill>
                    <a:srgbClr val="14272E"/>
                  </a:solidFill>
                  <a:latin typeface="Futura Bk BT"/>
                </a:rPr>
                <a:t>1625</a:t>
              </a:r>
              <a:endParaRPr lang="en-US" sz="1600" b="0" strike="noStrike" spc="-1">
                <a:solidFill>
                  <a:srgbClr val="45ACDF"/>
                </a:solidFill>
                <a:latin typeface="Arial"/>
              </a:endParaRPr>
            </a:p>
          </p:txBody>
        </p:sp>
      </p:grpSp>
      <p:cxnSp>
        <p:nvCxnSpPr>
          <p:cNvPr id="277" name="Line 3"/>
          <p:cNvCxnSpPr/>
          <p:nvPr/>
        </p:nvCxnSpPr>
        <p:spPr>
          <a:xfrm>
            <a:off x="-8640" y="6104520"/>
            <a:ext cx="12200760" cy="360"/>
          </a:xfrm>
          <a:prstGeom prst="straightConnector1">
            <a:avLst/>
          </a:prstGeom>
          <a:ln w="19080">
            <a:solidFill>
              <a:srgbClr val="A485CE"/>
            </a:solidFill>
            <a:miter/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4" name="Group 1"/>
          <p:cNvGrpSpPr/>
          <p:nvPr/>
        </p:nvGrpSpPr>
        <p:grpSpPr>
          <a:xfrm>
            <a:off x="97560" y="6209280"/>
            <a:ext cx="1758600" cy="630360"/>
            <a:chOff x="97560" y="6209280"/>
            <a:chExt cx="1758600" cy="630360"/>
          </a:xfrm>
        </p:grpSpPr>
        <p:pic>
          <p:nvPicPr>
            <p:cNvPr id="315" name="Grafik 3"/>
            <p:cNvPicPr/>
            <p:nvPr/>
          </p:nvPicPr>
          <p:blipFill>
            <a:blip r:embed="rId14"/>
            <a:srcRect b="20155"/>
            <a:stretch/>
          </p:blipFill>
          <p:spPr>
            <a:xfrm>
              <a:off x="97560" y="6209280"/>
              <a:ext cx="1052640" cy="630360"/>
            </a:xfrm>
            <a:prstGeom prst="rect">
              <a:avLst/>
            </a:prstGeom>
            <a:ln>
              <a:noFill/>
            </a:ln>
          </p:spPr>
        </p:pic>
        <p:sp>
          <p:nvSpPr>
            <p:cNvPr id="316" name="CustomShape 2"/>
            <p:cNvSpPr/>
            <p:nvPr/>
          </p:nvSpPr>
          <p:spPr>
            <a:xfrm>
              <a:off x="1058040" y="6232320"/>
              <a:ext cx="798120" cy="57708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US" sz="1600" b="0" strike="noStrike" spc="-1">
                  <a:solidFill>
                    <a:srgbClr val="14272E"/>
                  </a:solidFill>
                  <a:latin typeface="Futura Bk BT"/>
                </a:rPr>
                <a:t>CRC</a:t>
              </a:r>
              <a:endParaRPr lang="en-US" sz="1600" b="0" strike="noStrike" spc="-1">
                <a:solidFill>
                  <a:srgbClr val="45ACDF"/>
                </a:solidFill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lang="en-US" sz="1600" b="0" strike="noStrike" spc="-1">
                  <a:solidFill>
                    <a:srgbClr val="14272E"/>
                  </a:solidFill>
                  <a:latin typeface="Futura Bk BT"/>
                </a:rPr>
                <a:t>1625</a:t>
              </a:r>
              <a:endParaRPr lang="en-US" sz="1600" b="0" strike="noStrike" spc="-1">
                <a:solidFill>
                  <a:srgbClr val="45ACDF"/>
                </a:solidFill>
                <a:latin typeface="Arial"/>
              </a:endParaRPr>
            </a:p>
          </p:txBody>
        </p:sp>
      </p:grpSp>
      <p:cxnSp>
        <p:nvCxnSpPr>
          <p:cNvPr id="317" name="Line 3"/>
          <p:cNvCxnSpPr/>
          <p:nvPr/>
        </p:nvCxnSpPr>
        <p:spPr>
          <a:xfrm>
            <a:off x="-8640" y="6104520"/>
            <a:ext cx="12200760" cy="360"/>
          </a:xfrm>
          <a:prstGeom prst="straightConnector1">
            <a:avLst/>
          </a:prstGeom>
          <a:ln w="19080">
            <a:solidFill>
              <a:srgbClr val="A485CE"/>
            </a:solidFill>
            <a:miter/>
          </a:ln>
        </p:spPr>
      </p:cxnSp>
      <p:pic>
        <p:nvPicPr>
          <p:cNvPr id="318" name="Grafik 19" descr="Ein Bild, das Entwurf, Lineart, Zeichnung, Clipart enthält.&#10;&#10;Automatisch generierte Beschreibung"/>
          <p:cNvPicPr/>
          <p:nvPr/>
        </p:nvPicPr>
        <p:blipFill>
          <a:blip r:embed="rId15"/>
          <a:stretch/>
        </p:blipFill>
        <p:spPr>
          <a:xfrm>
            <a:off x="2091960" y="6091560"/>
            <a:ext cx="789120" cy="748440"/>
          </a:xfrm>
          <a:prstGeom prst="rect">
            <a:avLst/>
          </a:prstGeom>
          <a:ln>
            <a:noFill/>
          </a:ln>
        </p:spPr>
      </p:pic>
      <p:sp>
        <p:nvSpPr>
          <p:cNvPr id="319" name="CustomShape 4"/>
          <p:cNvSpPr/>
          <p:nvPr/>
        </p:nvSpPr>
        <p:spPr>
          <a:xfrm>
            <a:off x="5405760" y="164520"/>
            <a:ext cx="4876200" cy="14965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r">
              <a:lnSpc>
                <a:spcPct val="110000"/>
              </a:lnSpc>
            </a:pPr>
            <a:r>
              <a:rPr lang="en-US" sz="2100" b="0" strike="noStrike" spc="-1">
                <a:solidFill>
                  <a:srgbClr val="262626"/>
                </a:solidFill>
                <a:latin typeface="Futura Bk BT"/>
                <a:ea typeface="Source Sans Pro"/>
              </a:rPr>
              <a:t>Atomic-scale understanding and design of multifunctional compositionally complex solid solution surfaces</a:t>
            </a:r>
            <a:endParaRPr lang="en-US" sz="2100" b="0" strike="noStrike" spc="-1">
              <a:solidFill>
                <a:srgbClr val="45ACDF"/>
              </a:solidFill>
              <a:latin typeface="Arial"/>
            </a:endParaRPr>
          </a:p>
        </p:txBody>
      </p:sp>
      <p:pic>
        <p:nvPicPr>
          <p:cNvPr id="320" name="Grafik 14"/>
          <p:cNvPicPr/>
          <p:nvPr/>
        </p:nvPicPr>
        <p:blipFill>
          <a:blip r:embed="rId16"/>
          <a:srcRect t="-4718" b="-5898"/>
          <a:stretch/>
        </p:blipFill>
        <p:spPr>
          <a:xfrm>
            <a:off x="10653120" y="235080"/>
            <a:ext cx="1298520" cy="1077840"/>
          </a:xfrm>
          <a:prstGeom prst="rect">
            <a:avLst/>
          </a:prstGeom>
          <a:ln>
            <a:noFill/>
          </a:ln>
        </p:spPr>
      </p:pic>
      <p:pic>
        <p:nvPicPr>
          <p:cNvPr id="321" name="Grafik 3" descr="Ein Bild, das Text, Schrift, Screenshot, Grafiken enthält.&#10;&#10;Automatisch generierte Beschreibung"/>
          <p:cNvPicPr/>
          <p:nvPr/>
        </p:nvPicPr>
        <p:blipFill>
          <a:blip r:embed="rId17"/>
          <a:stretch/>
        </p:blipFill>
        <p:spPr>
          <a:xfrm>
            <a:off x="7744680" y="6234480"/>
            <a:ext cx="2204640" cy="462600"/>
          </a:xfrm>
          <a:prstGeom prst="rect">
            <a:avLst/>
          </a:prstGeom>
          <a:ln>
            <a:noFill/>
          </a:ln>
        </p:spPr>
      </p:pic>
      <p:sp>
        <p:nvSpPr>
          <p:cNvPr id="322" name="PlaceHolder 5"/>
          <p:cNvSpPr>
            <a:spLocks noGrp="1"/>
          </p:cNvSpPr>
          <p:nvPr>
            <p:ph type="body"/>
          </p:nvPr>
        </p:nvSpPr>
        <p:spPr>
          <a:xfrm>
            <a:off x="-5760" y="0"/>
            <a:ext cx="4209840" cy="5762160"/>
          </a:xfrm>
          <a:prstGeom prst="rect">
            <a:avLst/>
          </a:prstGeom>
        </p:spPr>
        <p:txBody>
          <a:bodyPr lIns="90000" tIns="45000" rIns="90000" bIns="45000">
            <a:noAutofit/>
          </a:bodyPr>
          <a:lstStyle/>
          <a:p>
            <a:pPr marL="432000" indent="-324000">
              <a:lnSpc>
                <a:spcPts val="2401"/>
              </a:lnSpc>
              <a:spcAft>
                <a:spcPts val="1599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350" b="0" strike="noStrike" spc="-1">
                <a:solidFill>
                  <a:srgbClr val="14272E"/>
                </a:solidFill>
                <a:latin typeface="Calibri"/>
              </a:rPr>
              <a:t>Bild durch Klicken auf Symbol hinzufügen</a:t>
            </a:r>
            <a:endParaRPr lang="de-DE" sz="1350" b="1" strike="noStrike" spc="-1">
              <a:solidFill>
                <a:srgbClr val="262626"/>
              </a:solidFill>
              <a:latin typeface="Calibri"/>
            </a:endParaRPr>
          </a:p>
        </p:txBody>
      </p:sp>
      <p:cxnSp>
        <p:nvCxnSpPr>
          <p:cNvPr id="323" name="Line 6"/>
          <p:cNvCxnSpPr/>
          <p:nvPr/>
        </p:nvCxnSpPr>
        <p:spPr>
          <a:xfrm>
            <a:off x="10438920" y="272880"/>
            <a:ext cx="360" cy="972360"/>
          </a:xfrm>
          <a:prstGeom prst="straightConnector1">
            <a:avLst/>
          </a:prstGeom>
          <a:ln w="19080">
            <a:solidFill>
              <a:srgbClr val="262626"/>
            </a:solidFill>
            <a:miter/>
          </a:ln>
        </p:spPr>
      </p:cxnSp>
      <p:pic>
        <p:nvPicPr>
          <p:cNvPr id="324" name="Grafik 4" descr="Ein Bild, das Text, Schrift, Logo, Grafiken enthält.&#10;&#10;Automatisch generierte Beschreibung"/>
          <p:cNvPicPr/>
          <p:nvPr/>
        </p:nvPicPr>
        <p:blipFill>
          <a:blip r:embed="rId18"/>
          <a:stretch/>
        </p:blipFill>
        <p:spPr>
          <a:xfrm>
            <a:off x="61200" y="6355440"/>
            <a:ext cx="1955880" cy="374040"/>
          </a:xfrm>
          <a:prstGeom prst="rect">
            <a:avLst/>
          </a:prstGeom>
          <a:ln>
            <a:noFill/>
          </a:ln>
        </p:spPr>
      </p:pic>
      <p:pic>
        <p:nvPicPr>
          <p:cNvPr id="325" name="Grafik 10" descr="Ein Bild, das Text, Schrift, Screenshot, Electric Blue (Farbe) enthält.&#10;&#10;Automatisch generierte Beschreibung"/>
          <p:cNvPicPr/>
          <p:nvPr/>
        </p:nvPicPr>
        <p:blipFill>
          <a:blip r:embed="rId19"/>
          <a:stretch/>
        </p:blipFill>
        <p:spPr>
          <a:xfrm>
            <a:off x="4671000" y="6241680"/>
            <a:ext cx="1283400" cy="493920"/>
          </a:xfrm>
          <a:prstGeom prst="rect">
            <a:avLst/>
          </a:prstGeom>
          <a:ln>
            <a:noFill/>
          </a:ln>
        </p:spPr>
      </p:pic>
      <p:pic>
        <p:nvPicPr>
          <p:cNvPr id="326" name="Grafik 20"/>
          <p:cNvPicPr/>
          <p:nvPr/>
        </p:nvPicPr>
        <p:blipFill>
          <a:blip r:embed="rId20"/>
          <a:srcRect t="4395" b="1775"/>
          <a:stretch/>
        </p:blipFill>
        <p:spPr>
          <a:xfrm>
            <a:off x="2955960" y="6229080"/>
            <a:ext cx="1640160" cy="563760"/>
          </a:xfrm>
          <a:prstGeom prst="rect">
            <a:avLst/>
          </a:prstGeom>
          <a:ln>
            <a:noFill/>
          </a:ln>
        </p:spPr>
      </p:pic>
      <p:pic>
        <p:nvPicPr>
          <p:cNvPr id="327" name="Grafik 23" descr="Ein Bild, das Text, Schrift, Electric Blue (Farbe), Screenshot enthält.&#10;&#10;Automatisch generierte Beschreibung"/>
          <p:cNvPicPr/>
          <p:nvPr/>
        </p:nvPicPr>
        <p:blipFill>
          <a:blip r:embed="rId21"/>
          <a:stretch/>
        </p:blipFill>
        <p:spPr>
          <a:xfrm>
            <a:off x="6029280" y="6229080"/>
            <a:ext cx="1640160" cy="493920"/>
          </a:xfrm>
          <a:prstGeom prst="rect">
            <a:avLst/>
          </a:prstGeom>
          <a:ln>
            <a:noFill/>
          </a:ln>
        </p:spPr>
      </p:pic>
      <p:sp>
        <p:nvSpPr>
          <p:cNvPr id="328" name="PlaceHolder 7"/>
          <p:cNvSpPr>
            <a:spLocks noGrp="1"/>
          </p:cNvSpPr>
          <p:nvPr>
            <p:ph type="title"/>
          </p:nvPr>
        </p:nvSpPr>
        <p:spPr>
          <a:xfrm>
            <a:off x="4295880" y="2954520"/>
            <a:ext cx="7655760" cy="8838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-US" sz="5400" b="0" strike="noStrike" spc="-1">
                <a:solidFill>
                  <a:srgbClr val="262626"/>
                </a:solidFill>
                <a:latin typeface="Futura Bk BT"/>
                <a:ea typeface="Source Sans Pro"/>
              </a:rPr>
              <a:t>Project number</a:t>
            </a:r>
            <a:endParaRPr lang="de-DE" sz="540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329" name="PlaceHolder 8"/>
          <p:cNvSpPr>
            <a:spLocks noGrp="1"/>
          </p:cNvSpPr>
          <p:nvPr>
            <p:ph type="dt"/>
          </p:nvPr>
        </p:nvSpPr>
        <p:spPr>
          <a:xfrm>
            <a:off x="10018800" y="6372360"/>
            <a:ext cx="1932840" cy="320760"/>
          </a:xfrm>
          <a:prstGeom prst="rect">
            <a:avLst/>
          </a:prstGeom>
        </p:spPr>
        <p:txBody>
          <a:bodyPr lIns="90000" tIns="45000" rIns="90000" bIns="45000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400" b="0" strike="noStrike" spc="-1">
                <a:solidFill>
                  <a:srgbClr val="262626"/>
                </a:solidFill>
                <a:latin typeface="Futura Bk BT"/>
              </a:rPr>
              <a:t>&lt;date/time&gt;</a:t>
            </a:r>
            <a:endParaRPr lang="en-US" sz="14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0" r:id="rId1"/>
    <p:sldLayoutId id="2147483741" r:id="rId2"/>
    <p:sldLayoutId id="2147483742" r:id="rId3"/>
    <p:sldLayoutId id="2147483743" r:id="rId4"/>
    <p:sldLayoutId id="2147483744" r:id="rId5"/>
    <p:sldLayoutId id="2147483745" r:id="rId6"/>
    <p:sldLayoutId id="2147483746" r:id="rId7"/>
    <p:sldLayoutId id="2147483747" r:id="rId8"/>
    <p:sldLayoutId id="2147483748" r:id="rId9"/>
    <p:sldLayoutId id="2147483749" r:id="rId10"/>
    <p:sldLayoutId id="2147483750" r:id="rId11"/>
    <p:sldLayoutId id="214748375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CustomShape 1"/>
          <p:cNvSpPr/>
          <p:nvPr/>
        </p:nvSpPr>
        <p:spPr>
          <a:xfrm>
            <a:off x="11436480" y="6205680"/>
            <a:ext cx="753840" cy="3330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fld id="{C2FD93F9-49F4-4FF6-8711-350CE3D348E0}" type="slidenum">
              <a:rPr lang="en-US" sz="1600" b="0" strike="noStrike" spc="-1">
                <a:solidFill>
                  <a:srgbClr val="002060"/>
                </a:solidFill>
                <a:latin typeface="Arial"/>
                <a:ea typeface="ＭＳ Ｐゴシック"/>
              </a:rPr>
              <a:t>‹#›</a:t>
            </a:fld>
            <a:endParaRPr lang="en-US" sz="1600" b="0" strike="noStrike" spc="-1">
              <a:solidFill>
                <a:srgbClr val="45ACDF"/>
              </a:solidFill>
              <a:latin typeface="Arial"/>
            </a:endParaRPr>
          </a:p>
        </p:txBody>
      </p:sp>
      <p:pic>
        <p:nvPicPr>
          <p:cNvPr id="721" name="Picture 12" descr="PP_02"/>
          <p:cNvPicPr/>
          <p:nvPr/>
        </p:nvPicPr>
        <p:blipFill>
          <a:blip r:embed="rId14"/>
          <a:srcRect l="27449" r="3214"/>
          <a:stretch/>
        </p:blipFill>
        <p:spPr>
          <a:xfrm>
            <a:off x="3575880" y="6122880"/>
            <a:ext cx="5254920" cy="552600"/>
          </a:xfrm>
          <a:prstGeom prst="rect">
            <a:avLst/>
          </a:prstGeom>
          <a:ln w="9360">
            <a:noFill/>
          </a:ln>
        </p:spPr>
      </p:pic>
      <p:pic>
        <p:nvPicPr>
          <p:cNvPr id="722" name="Bild 8" descr="ICAMS-Logo-gross.gif"/>
          <p:cNvPicPr/>
          <p:nvPr/>
        </p:nvPicPr>
        <p:blipFill>
          <a:blip r:embed="rId15"/>
          <a:srcRect b="41469"/>
          <a:stretch/>
        </p:blipFill>
        <p:spPr>
          <a:xfrm>
            <a:off x="912600" y="6177960"/>
            <a:ext cx="1386720" cy="364320"/>
          </a:xfrm>
          <a:prstGeom prst="rect">
            <a:avLst/>
          </a:prstGeom>
          <a:ln w="9360">
            <a:noFill/>
          </a:ln>
        </p:spPr>
      </p:pic>
      <p:pic>
        <p:nvPicPr>
          <p:cNvPr id="723" name="Bild 8" descr="Label_RUB_BLAU-WEISS_cmyk.jpg"/>
          <p:cNvPicPr/>
          <p:nvPr/>
        </p:nvPicPr>
        <p:blipFill>
          <a:blip r:embed="rId16"/>
          <a:stretch/>
        </p:blipFill>
        <p:spPr>
          <a:xfrm>
            <a:off x="9891000" y="5517360"/>
            <a:ext cx="1251360" cy="1104120"/>
          </a:xfrm>
          <a:prstGeom prst="rect">
            <a:avLst/>
          </a:prstGeom>
          <a:ln w="9360">
            <a:noFill/>
          </a:ln>
        </p:spPr>
      </p:pic>
      <p:sp>
        <p:nvSpPr>
          <p:cNvPr id="724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725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57" r:id="rId1"/>
    <p:sldLayoutId id="2147483858" r:id="rId2"/>
    <p:sldLayoutId id="2147483859" r:id="rId3"/>
    <p:sldLayoutId id="2147483860" r:id="rId4"/>
    <p:sldLayoutId id="2147483861" r:id="rId5"/>
    <p:sldLayoutId id="2147483862" r:id="rId6"/>
    <p:sldLayoutId id="2147483863" r:id="rId7"/>
    <p:sldLayoutId id="2147483864" r:id="rId8"/>
    <p:sldLayoutId id="2147483865" r:id="rId9"/>
    <p:sldLayoutId id="2147483866" r:id="rId10"/>
    <p:sldLayoutId id="2147483867" r:id="rId11"/>
    <p:sldLayoutId id="214748386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0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TextShape 1"/>
          <p:cNvSpPr txBox="1"/>
          <p:nvPr/>
        </p:nvSpPr>
        <p:spPr>
          <a:xfrm>
            <a:off x="4295880" y="2954520"/>
            <a:ext cx="7655760" cy="883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-US" sz="5400" b="0" strike="noStrike" spc="-1">
                <a:solidFill>
                  <a:srgbClr val="262626"/>
                </a:solidFill>
                <a:latin typeface="Futura Bk BT"/>
                <a:ea typeface="Source Sans Pro"/>
              </a:rPr>
              <a:t>INF</a:t>
            </a:r>
            <a:endParaRPr lang="de-DE" sz="5400" b="0" strike="noStrike" spc="-1">
              <a:solidFill>
                <a:srgbClr val="14272E"/>
              </a:solidFill>
              <a:latin typeface="Calibri"/>
            </a:endParaRPr>
          </a:p>
        </p:txBody>
      </p:sp>
      <p:sp>
        <p:nvSpPr>
          <p:cNvPr id="807" name="CustomShape 2"/>
          <p:cNvSpPr/>
          <p:nvPr/>
        </p:nvSpPr>
        <p:spPr>
          <a:xfrm>
            <a:off x="2286000" y="4740840"/>
            <a:ext cx="9665640" cy="17355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3600" b="0" strike="noStrike" spc="-1" dirty="0">
                <a:solidFill>
                  <a:srgbClr val="14272E"/>
                </a:solidFill>
                <a:latin typeface="Calibri"/>
              </a:rPr>
              <a:t>FAIR collection, curation, and management of multidimensional research data</a:t>
            </a:r>
            <a:endParaRPr lang="en-US" sz="3600" b="0" strike="noStrike" spc="-1" dirty="0">
              <a:solidFill>
                <a:srgbClr val="45ACDF"/>
              </a:solidFill>
              <a:latin typeface="Arial"/>
            </a:endParaRPr>
          </a:p>
        </p:txBody>
      </p:sp>
      <p:pic>
        <p:nvPicPr>
          <p:cNvPr id="808" name="Picture 807"/>
          <p:cNvPicPr/>
          <p:nvPr/>
        </p:nvPicPr>
        <p:blipFill>
          <a:blip r:embed="rId2"/>
          <a:stretch/>
        </p:blipFill>
        <p:spPr>
          <a:xfrm>
            <a:off x="144000" y="1456200"/>
            <a:ext cx="9030600" cy="2887200"/>
          </a:xfrm>
          <a:prstGeom prst="rect">
            <a:avLst/>
          </a:prstGeom>
          <a:ln>
            <a:noFill/>
          </a:ln>
        </p:spPr>
      </p:pic>
      <p:sp>
        <p:nvSpPr>
          <p:cNvPr id="2" name="TextShape 1">
            <a:extLst>
              <a:ext uri="{FF2B5EF4-FFF2-40B4-BE49-F238E27FC236}">
                <a16:creationId xmlns:a16="http://schemas.microsoft.com/office/drawing/2014/main" id="{CDF56E12-EB44-CF3E-D4DF-B10A38F3D31B}"/>
              </a:ext>
            </a:extLst>
          </p:cNvPr>
          <p:cNvSpPr txBox="1"/>
          <p:nvPr/>
        </p:nvSpPr>
        <p:spPr>
          <a:xfrm>
            <a:off x="11286000" y="6364080"/>
            <a:ext cx="618840" cy="320760"/>
          </a:xfrm>
          <a:prstGeom prst="rect">
            <a:avLst/>
          </a:prstGeom>
          <a:noFill/>
          <a:ln>
            <a:noFill/>
          </a:ln>
        </p:spPr>
        <p:txBody>
          <a:bodyPr lIns="90000" tIns="45000" rIns="90000" bIns="45000">
            <a:noAutofit/>
          </a:bodyPr>
          <a:lstStyle/>
          <a:p>
            <a:pPr>
              <a:lnSpc>
                <a:spcPct val="100000"/>
              </a:lnSpc>
            </a:pPr>
            <a:fld id="{130EA6E4-C655-4494-902B-336037B0BA07}" type="slidenum">
              <a:rPr lang="en-GB" sz="1400" b="0" strike="noStrike" spc="-1">
                <a:solidFill>
                  <a:srgbClr val="14272E"/>
                </a:solidFill>
                <a:latin typeface="Futura Bk BT"/>
              </a:rPr>
              <a:t>1</a:t>
            </a:fld>
            <a:endParaRPr lang="en-US" sz="1400" b="0" strike="noStrike" spc="-1">
              <a:latin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TextShape 1"/>
          <p:cNvSpPr txBox="1"/>
          <p:nvPr/>
        </p:nvSpPr>
        <p:spPr>
          <a:xfrm>
            <a:off x="724320" y="1371600"/>
            <a:ext cx="5676480" cy="5922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marL="808200" indent="-806400" algn="ctr">
              <a:tabLst>
                <a:tab pos="0" algn="l"/>
              </a:tabLst>
            </a:pPr>
            <a:r>
              <a:rPr lang="en-US" sz="3200" b="1" spc="-1" dirty="0">
                <a:solidFill>
                  <a:srgbClr val="0070C0"/>
                </a:solidFill>
                <a:ea typeface="ＭＳ Ｐゴシック"/>
              </a:rPr>
              <a:t>Virtual Electrochemist</a:t>
            </a:r>
            <a:endParaRPr lang="en-GB" sz="3200" b="1" spc="-1" dirty="0">
              <a:solidFill>
                <a:srgbClr val="0070C0"/>
              </a:solidFill>
              <a:ea typeface="ＭＳ Ｐゴシック"/>
            </a:endParaRPr>
          </a:p>
        </p:txBody>
      </p:sp>
      <p:sp>
        <p:nvSpPr>
          <p:cNvPr id="2" name="TextShape 1">
            <a:extLst>
              <a:ext uri="{FF2B5EF4-FFF2-40B4-BE49-F238E27FC236}">
                <a16:creationId xmlns:a16="http://schemas.microsoft.com/office/drawing/2014/main" id="{8355C7F1-1678-E14B-DB74-9BA6C338D065}"/>
              </a:ext>
            </a:extLst>
          </p:cNvPr>
          <p:cNvSpPr txBox="1"/>
          <p:nvPr/>
        </p:nvSpPr>
        <p:spPr>
          <a:xfrm>
            <a:off x="11286000" y="6364080"/>
            <a:ext cx="618840" cy="320760"/>
          </a:xfrm>
          <a:prstGeom prst="rect">
            <a:avLst/>
          </a:prstGeom>
          <a:noFill/>
          <a:ln>
            <a:noFill/>
          </a:ln>
        </p:spPr>
        <p:txBody>
          <a:bodyPr lIns="90000" tIns="45000" rIns="90000" bIns="45000">
            <a:noAutofit/>
          </a:bodyPr>
          <a:lstStyle/>
          <a:p>
            <a:pPr>
              <a:lnSpc>
                <a:spcPct val="100000"/>
              </a:lnSpc>
            </a:pPr>
            <a:fld id="{130EA6E4-C655-4494-902B-336037B0BA07}" type="slidenum">
              <a:rPr lang="en-GB" sz="1400" b="0" strike="noStrike" spc="-1">
                <a:solidFill>
                  <a:srgbClr val="14272E"/>
                </a:solidFill>
                <a:latin typeface="Futura Bk BT"/>
              </a:rPr>
              <a:t>2</a:t>
            </a:fld>
            <a:endParaRPr lang="en-US" sz="1400" b="0" strike="noStrike" spc="-1">
              <a:latin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DF61B-1361-867C-6177-2E45BE0EC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TextShape 1">
            <a:extLst>
              <a:ext uri="{FF2B5EF4-FFF2-40B4-BE49-F238E27FC236}">
                <a16:creationId xmlns:a16="http://schemas.microsoft.com/office/drawing/2014/main" id="{50547936-DB96-4CC9-016F-05ED9197D062}"/>
              </a:ext>
            </a:extLst>
          </p:cNvPr>
          <p:cNvSpPr txBox="1"/>
          <p:nvPr/>
        </p:nvSpPr>
        <p:spPr>
          <a:xfrm>
            <a:off x="11286000" y="6364080"/>
            <a:ext cx="618840" cy="320760"/>
          </a:xfrm>
          <a:prstGeom prst="rect">
            <a:avLst/>
          </a:prstGeom>
          <a:noFill/>
          <a:ln>
            <a:noFill/>
          </a:ln>
        </p:spPr>
        <p:txBody>
          <a:bodyPr lIns="90000" tIns="45000" rIns="90000" bIns="45000">
            <a:noAutofit/>
          </a:bodyPr>
          <a:lstStyle/>
          <a:p>
            <a:pPr>
              <a:lnSpc>
                <a:spcPct val="100000"/>
              </a:lnSpc>
            </a:pPr>
            <a:fld id="{130EA6E4-C655-4494-902B-336037B0BA07}" type="slidenum">
              <a:rPr lang="en-GB" sz="1400" b="0" strike="noStrike" spc="-1">
                <a:solidFill>
                  <a:srgbClr val="14272E"/>
                </a:solidFill>
                <a:latin typeface="Futura Bk BT"/>
              </a:rPr>
              <a:t>3</a:t>
            </a:fld>
            <a:endParaRPr lang="en-US" sz="1400" b="0" strike="noStrike" spc="-1" dirty="0">
              <a:latin typeface="Times New Roman"/>
            </a:endParaRPr>
          </a:p>
        </p:txBody>
      </p:sp>
      <p:sp>
        <p:nvSpPr>
          <p:cNvPr id="812" name="TextShape 2">
            <a:extLst>
              <a:ext uri="{FF2B5EF4-FFF2-40B4-BE49-F238E27FC236}">
                <a16:creationId xmlns:a16="http://schemas.microsoft.com/office/drawing/2014/main" id="{79EE8544-5F96-68AB-F153-68647C989E42}"/>
              </a:ext>
            </a:extLst>
          </p:cNvPr>
          <p:cNvSpPr txBox="1"/>
          <p:nvPr/>
        </p:nvSpPr>
        <p:spPr>
          <a:xfrm>
            <a:off x="437066" y="288720"/>
            <a:ext cx="10938960" cy="350377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marL="808200" indent="-806400">
              <a:tabLst>
                <a:tab pos="0" algn="l"/>
              </a:tabLst>
            </a:pPr>
            <a:r>
              <a:rPr lang="en-US" sz="2400" b="1" spc="-1" dirty="0">
                <a:solidFill>
                  <a:srgbClr val="0070C0"/>
                </a:solidFill>
                <a:ea typeface="ＭＳ Ｐゴシック"/>
              </a:rPr>
              <a:t>Virtual Electrochemist</a:t>
            </a:r>
            <a:endParaRPr lang="en-GB" sz="2400" b="1" spc="-1" dirty="0">
              <a:solidFill>
                <a:srgbClr val="0070C0"/>
              </a:solidFill>
              <a:ea typeface="ＭＳ Ｐゴシック"/>
            </a:endParaRPr>
          </a:p>
          <a:p>
            <a:pPr marL="808200" indent="-806400">
              <a:tabLst>
                <a:tab pos="0" algn="l"/>
              </a:tabLst>
            </a:pPr>
            <a:endParaRPr lang="de-DE" sz="2400" b="1" spc="-1" dirty="0">
              <a:solidFill>
                <a:srgbClr val="0070C0"/>
              </a:solidFill>
              <a:latin typeface="Arial"/>
              <a:ea typeface="ＭＳ Ｐゴシック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663545-5F19-FD74-52D0-B7B0839ECA20}"/>
              </a:ext>
            </a:extLst>
          </p:cNvPr>
          <p:cNvSpPr txBox="1"/>
          <p:nvPr/>
        </p:nvSpPr>
        <p:spPr>
          <a:xfrm>
            <a:off x="366006" y="963568"/>
            <a:ext cx="57299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tx2">
                  <a:lumMod val="60000"/>
                  <a:lumOff val="40000"/>
                </a:schemeClr>
              </a:buClr>
            </a:pPr>
            <a:r>
              <a:rPr lang="en-GB" sz="1600" dirty="0"/>
              <a:t>Start Page </a:t>
            </a:r>
            <a:endParaRPr lang="en-US" sz="16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5B1775-0416-4996-EC5E-CD2FD18609C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346"/>
          <a:stretch>
            <a:fillRect/>
          </a:stretch>
        </p:blipFill>
        <p:spPr>
          <a:xfrm>
            <a:off x="1632154" y="1052052"/>
            <a:ext cx="9406358" cy="4400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2874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579AD-DC76-743B-DB57-597744F8F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TextShape 1">
            <a:extLst>
              <a:ext uri="{FF2B5EF4-FFF2-40B4-BE49-F238E27FC236}">
                <a16:creationId xmlns:a16="http://schemas.microsoft.com/office/drawing/2014/main" id="{24D0C476-F855-DA2F-EC38-9989B1A683AB}"/>
              </a:ext>
            </a:extLst>
          </p:cNvPr>
          <p:cNvSpPr txBox="1"/>
          <p:nvPr/>
        </p:nvSpPr>
        <p:spPr>
          <a:xfrm>
            <a:off x="11286000" y="6364080"/>
            <a:ext cx="618840" cy="320760"/>
          </a:xfrm>
          <a:prstGeom prst="rect">
            <a:avLst/>
          </a:prstGeom>
          <a:noFill/>
          <a:ln>
            <a:noFill/>
          </a:ln>
        </p:spPr>
        <p:txBody>
          <a:bodyPr lIns="90000" tIns="45000" rIns="90000" bIns="45000">
            <a:noAutofit/>
          </a:bodyPr>
          <a:lstStyle/>
          <a:p>
            <a:pPr>
              <a:lnSpc>
                <a:spcPct val="100000"/>
              </a:lnSpc>
            </a:pPr>
            <a:fld id="{130EA6E4-C655-4494-902B-336037B0BA07}" type="slidenum">
              <a:rPr lang="en-GB" sz="1400" b="0" strike="noStrike" spc="-1">
                <a:solidFill>
                  <a:srgbClr val="14272E"/>
                </a:solidFill>
                <a:latin typeface="Futura Bk BT"/>
              </a:rPr>
              <a:t>4</a:t>
            </a:fld>
            <a:endParaRPr lang="en-US" sz="1400" b="0" strike="noStrike" spc="-1" dirty="0">
              <a:latin typeface="Times New Roman"/>
            </a:endParaRPr>
          </a:p>
        </p:txBody>
      </p:sp>
      <p:sp>
        <p:nvSpPr>
          <p:cNvPr id="812" name="TextShape 2">
            <a:extLst>
              <a:ext uri="{FF2B5EF4-FFF2-40B4-BE49-F238E27FC236}">
                <a16:creationId xmlns:a16="http://schemas.microsoft.com/office/drawing/2014/main" id="{760ECAF3-CC84-0C8D-06B2-E8B66048B599}"/>
              </a:ext>
            </a:extLst>
          </p:cNvPr>
          <p:cNvSpPr txBox="1"/>
          <p:nvPr/>
        </p:nvSpPr>
        <p:spPr>
          <a:xfrm>
            <a:off x="437066" y="288720"/>
            <a:ext cx="10938960" cy="350377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marL="808200" indent="-806400">
              <a:tabLst>
                <a:tab pos="0" algn="l"/>
              </a:tabLst>
            </a:pPr>
            <a:r>
              <a:rPr lang="en-US" sz="2400" b="1" spc="-1" dirty="0">
                <a:solidFill>
                  <a:srgbClr val="0070C0"/>
                </a:solidFill>
                <a:ea typeface="ＭＳ Ｐゴシック"/>
              </a:rPr>
              <a:t>Virtual Electrochemist</a:t>
            </a:r>
            <a:endParaRPr lang="en-GB" sz="2400" b="1" spc="-1" dirty="0">
              <a:solidFill>
                <a:srgbClr val="0070C0"/>
              </a:solidFill>
              <a:ea typeface="ＭＳ Ｐゴシック"/>
            </a:endParaRPr>
          </a:p>
          <a:p>
            <a:pPr marL="808200" indent="-806400">
              <a:tabLst>
                <a:tab pos="0" algn="l"/>
              </a:tabLst>
            </a:pPr>
            <a:endParaRPr lang="de-DE" sz="2400" b="1" spc="-1" dirty="0">
              <a:solidFill>
                <a:srgbClr val="0070C0"/>
              </a:solidFill>
              <a:latin typeface="Arial"/>
              <a:ea typeface="ＭＳ Ｐゴシック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614A75-18E5-7F39-8DD0-56756B22845E}"/>
              </a:ext>
            </a:extLst>
          </p:cNvPr>
          <p:cNvSpPr txBox="1"/>
          <p:nvPr/>
        </p:nvSpPr>
        <p:spPr>
          <a:xfrm>
            <a:off x="366005" y="963568"/>
            <a:ext cx="1974071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Page for receiving the consent from the user that will use the details recorded for postprocessing analysis.</a:t>
            </a:r>
            <a:endParaRPr lang="en-GB" sz="1600" dirty="0">
              <a:effectLst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A916A7-56A6-6A36-23C9-89CE8D02AA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2592" y="963569"/>
            <a:ext cx="9142827" cy="4385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94519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A16DD-84E3-5738-D955-47ECCCC33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TextShape 1">
            <a:extLst>
              <a:ext uri="{FF2B5EF4-FFF2-40B4-BE49-F238E27FC236}">
                <a16:creationId xmlns:a16="http://schemas.microsoft.com/office/drawing/2014/main" id="{9112193E-CB4F-0859-4DB7-96B739DDD13A}"/>
              </a:ext>
            </a:extLst>
          </p:cNvPr>
          <p:cNvSpPr txBox="1"/>
          <p:nvPr/>
        </p:nvSpPr>
        <p:spPr>
          <a:xfrm>
            <a:off x="11286000" y="6364080"/>
            <a:ext cx="618840" cy="320760"/>
          </a:xfrm>
          <a:prstGeom prst="rect">
            <a:avLst/>
          </a:prstGeom>
          <a:noFill/>
          <a:ln>
            <a:noFill/>
          </a:ln>
        </p:spPr>
        <p:txBody>
          <a:bodyPr lIns="90000" tIns="45000" rIns="90000" bIns="45000">
            <a:noAutofit/>
          </a:bodyPr>
          <a:lstStyle/>
          <a:p>
            <a:pPr>
              <a:lnSpc>
                <a:spcPct val="100000"/>
              </a:lnSpc>
            </a:pPr>
            <a:fld id="{130EA6E4-C655-4494-902B-336037B0BA07}" type="slidenum">
              <a:rPr lang="en-GB" sz="1400" b="0" strike="noStrike" spc="-1">
                <a:solidFill>
                  <a:srgbClr val="14272E"/>
                </a:solidFill>
                <a:latin typeface="Futura Bk BT"/>
              </a:rPr>
              <a:t>5</a:t>
            </a:fld>
            <a:endParaRPr lang="en-US" sz="1400" b="0" strike="noStrike" spc="-1" dirty="0">
              <a:latin typeface="Times New Roman"/>
            </a:endParaRPr>
          </a:p>
        </p:txBody>
      </p:sp>
      <p:sp>
        <p:nvSpPr>
          <p:cNvPr id="812" name="TextShape 2">
            <a:extLst>
              <a:ext uri="{FF2B5EF4-FFF2-40B4-BE49-F238E27FC236}">
                <a16:creationId xmlns:a16="http://schemas.microsoft.com/office/drawing/2014/main" id="{B7D7D3CC-AF15-5F43-EF0E-AB76AF69D4AA}"/>
              </a:ext>
            </a:extLst>
          </p:cNvPr>
          <p:cNvSpPr txBox="1"/>
          <p:nvPr/>
        </p:nvSpPr>
        <p:spPr>
          <a:xfrm>
            <a:off x="437066" y="288720"/>
            <a:ext cx="10938960" cy="350377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marL="808200" indent="-806400">
              <a:tabLst>
                <a:tab pos="0" algn="l"/>
              </a:tabLst>
            </a:pPr>
            <a:r>
              <a:rPr lang="en-US" sz="2400" b="1" spc="-1" dirty="0">
                <a:solidFill>
                  <a:srgbClr val="0070C0"/>
                </a:solidFill>
                <a:ea typeface="ＭＳ Ｐゴシック"/>
              </a:rPr>
              <a:t>Virtual Electrochemist</a:t>
            </a:r>
            <a:endParaRPr lang="en-GB" sz="2400" b="1" spc="-1" dirty="0">
              <a:solidFill>
                <a:srgbClr val="0070C0"/>
              </a:solidFill>
              <a:ea typeface="ＭＳ Ｐゴシック"/>
            </a:endParaRPr>
          </a:p>
          <a:p>
            <a:pPr marL="808200" indent="-806400">
              <a:tabLst>
                <a:tab pos="0" algn="l"/>
              </a:tabLst>
            </a:pPr>
            <a:endParaRPr lang="de-DE" sz="2400" b="1" spc="-1" dirty="0">
              <a:solidFill>
                <a:srgbClr val="0070C0"/>
              </a:solidFill>
              <a:latin typeface="Arial"/>
              <a:ea typeface="ＭＳ Ｐゴシック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455388-1BD8-59F3-4C82-737D0DE5F8D4}"/>
              </a:ext>
            </a:extLst>
          </p:cNvPr>
          <p:cNvSpPr txBox="1"/>
          <p:nvPr/>
        </p:nvSpPr>
        <p:spPr>
          <a:xfrm>
            <a:off x="340769" y="963568"/>
            <a:ext cx="184625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Experiment details so the participants give the feedback records.</a:t>
            </a:r>
            <a:endParaRPr lang="en-GB" sz="1600" dirty="0">
              <a:effectLst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461353-D19B-CE90-FF30-AFE8581444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4438" y="963568"/>
            <a:ext cx="9820401" cy="4687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53346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E97D4-0B01-A677-6441-6788A6A4A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TextShape 1">
            <a:extLst>
              <a:ext uri="{FF2B5EF4-FFF2-40B4-BE49-F238E27FC236}">
                <a16:creationId xmlns:a16="http://schemas.microsoft.com/office/drawing/2014/main" id="{5D978671-60FC-C1AC-6286-2BD6E53F29D0}"/>
              </a:ext>
            </a:extLst>
          </p:cNvPr>
          <p:cNvSpPr txBox="1"/>
          <p:nvPr/>
        </p:nvSpPr>
        <p:spPr>
          <a:xfrm>
            <a:off x="11286000" y="6364080"/>
            <a:ext cx="618840" cy="320760"/>
          </a:xfrm>
          <a:prstGeom prst="rect">
            <a:avLst/>
          </a:prstGeom>
          <a:noFill/>
          <a:ln>
            <a:noFill/>
          </a:ln>
        </p:spPr>
        <p:txBody>
          <a:bodyPr lIns="90000" tIns="45000" rIns="90000" bIns="45000">
            <a:noAutofit/>
          </a:bodyPr>
          <a:lstStyle/>
          <a:p>
            <a:pPr>
              <a:lnSpc>
                <a:spcPct val="100000"/>
              </a:lnSpc>
            </a:pPr>
            <a:fld id="{130EA6E4-C655-4494-902B-336037B0BA07}" type="slidenum">
              <a:rPr lang="en-GB" sz="1400" b="0" strike="noStrike" spc="-1">
                <a:solidFill>
                  <a:srgbClr val="14272E"/>
                </a:solidFill>
                <a:latin typeface="Futura Bk BT"/>
              </a:rPr>
              <a:t>6</a:t>
            </a:fld>
            <a:endParaRPr lang="en-US" sz="1400" b="0" strike="noStrike" spc="-1" dirty="0">
              <a:latin typeface="Times New Roman"/>
            </a:endParaRPr>
          </a:p>
        </p:txBody>
      </p:sp>
      <p:sp>
        <p:nvSpPr>
          <p:cNvPr id="812" name="TextShape 2">
            <a:extLst>
              <a:ext uri="{FF2B5EF4-FFF2-40B4-BE49-F238E27FC236}">
                <a16:creationId xmlns:a16="http://schemas.microsoft.com/office/drawing/2014/main" id="{E2375E04-8930-4850-5E00-F8177EE01E21}"/>
              </a:ext>
            </a:extLst>
          </p:cNvPr>
          <p:cNvSpPr txBox="1"/>
          <p:nvPr/>
        </p:nvSpPr>
        <p:spPr>
          <a:xfrm>
            <a:off x="437066" y="288720"/>
            <a:ext cx="10938960" cy="350377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marL="808200" indent="-806400">
              <a:tabLst>
                <a:tab pos="0" algn="l"/>
              </a:tabLst>
            </a:pPr>
            <a:r>
              <a:rPr lang="en-US" sz="2400" b="1" spc="-1" dirty="0">
                <a:solidFill>
                  <a:srgbClr val="0070C0"/>
                </a:solidFill>
                <a:ea typeface="ＭＳ Ｐゴシック"/>
              </a:rPr>
              <a:t>Virtual Electrochemist</a:t>
            </a:r>
            <a:endParaRPr lang="en-GB" sz="2400" b="1" spc="-1" dirty="0">
              <a:solidFill>
                <a:srgbClr val="0070C0"/>
              </a:solidFill>
              <a:ea typeface="ＭＳ Ｐゴシック"/>
            </a:endParaRPr>
          </a:p>
          <a:p>
            <a:pPr marL="808200" indent="-806400">
              <a:tabLst>
                <a:tab pos="0" algn="l"/>
              </a:tabLst>
            </a:pPr>
            <a:endParaRPr lang="de-DE" sz="2400" b="1" spc="-1" dirty="0">
              <a:solidFill>
                <a:srgbClr val="0070C0"/>
              </a:solidFill>
              <a:latin typeface="Arial"/>
              <a:ea typeface="ＭＳ Ｐゴシック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A41C71-3075-521C-E337-D0E59CB1A35D}"/>
              </a:ext>
            </a:extLst>
          </p:cNvPr>
          <p:cNvSpPr txBox="1"/>
          <p:nvPr/>
        </p:nvSpPr>
        <p:spPr>
          <a:xfrm>
            <a:off x="340769" y="963568"/>
            <a:ext cx="1812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Page to add the experimental metadata.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CADD745-0E80-BC41-C8B3-0D09F9E98A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4606" y="788170"/>
            <a:ext cx="10009242" cy="4836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2097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82C531A-13E0-7D0A-CB5E-3B910B9D2B5E}"/>
              </a:ext>
            </a:extLst>
          </p:cNvPr>
          <p:cNvSpPr txBox="1"/>
          <p:nvPr/>
        </p:nvSpPr>
        <p:spPr>
          <a:xfrm>
            <a:off x="194200" y="5755958"/>
            <a:ext cx="61061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000" b="0" strike="noStrike" spc="-1" dirty="0">
                <a:solidFill>
                  <a:srgbClr val="E9E9E9"/>
                </a:solidFill>
                <a:latin typeface="+mj-lt"/>
              </a:rPr>
              <a:t>Contact</a:t>
            </a:r>
            <a:endParaRPr lang="en-US" sz="2000" b="0" strike="noStrike" spc="-1" dirty="0">
              <a:solidFill>
                <a:srgbClr val="45ACDF"/>
              </a:solidFill>
              <a:latin typeface="+mj-lt"/>
            </a:endParaRPr>
          </a:p>
          <a:p>
            <a:pPr>
              <a:lnSpc>
                <a:spcPct val="100000"/>
              </a:lnSpc>
            </a:pPr>
            <a:r>
              <a:rPr lang="en-US" sz="2000" b="0" strike="noStrike" spc="-1" dirty="0">
                <a:solidFill>
                  <a:srgbClr val="E9E9E9"/>
                </a:solidFill>
                <a:latin typeface="+mj-lt"/>
              </a:rPr>
              <a:t>E-Mail: Doaa.Mohamed@ruhr-uni-bochum.de</a:t>
            </a:r>
            <a:endParaRPr lang="en-US" sz="2000" b="0" strike="noStrike" spc="-1" dirty="0">
              <a:solidFill>
                <a:srgbClr val="45ACDF"/>
              </a:solidFill>
              <a:latin typeface="+mj-lt"/>
            </a:endParaRPr>
          </a:p>
        </p:txBody>
      </p:sp>
      <p:sp>
        <p:nvSpPr>
          <p:cNvPr id="8" name="TextShape 2">
            <a:extLst>
              <a:ext uri="{FF2B5EF4-FFF2-40B4-BE49-F238E27FC236}">
                <a16:creationId xmlns:a16="http://schemas.microsoft.com/office/drawing/2014/main" id="{941F82F6-F927-8BFE-3EB5-B4FB51313B43}"/>
              </a:ext>
            </a:extLst>
          </p:cNvPr>
          <p:cNvSpPr txBox="1"/>
          <p:nvPr/>
        </p:nvSpPr>
        <p:spPr>
          <a:xfrm>
            <a:off x="724320" y="1371960"/>
            <a:ext cx="6590880" cy="5922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marL="808200" indent="-806400" algn="ctr">
              <a:lnSpc>
                <a:spcPct val="100000"/>
              </a:lnSpc>
              <a:tabLst>
                <a:tab pos="0" algn="l"/>
              </a:tabLst>
            </a:pPr>
            <a:r>
              <a:rPr lang="de-DE" sz="3800" b="1" strike="noStrike" spc="-1" dirty="0">
                <a:solidFill>
                  <a:srgbClr val="45ACDF"/>
                </a:solidFill>
                <a:latin typeface="Arial"/>
                <a:ea typeface="ＭＳ Ｐゴシック"/>
              </a:rPr>
              <a:t>Feedback and Questions</a:t>
            </a:r>
            <a:endParaRPr lang="de-DE" sz="3800" b="0" strike="noStrike" spc="-1" dirty="0">
              <a:solidFill>
                <a:srgbClr val="14272E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278209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82</Words>
  <Application>Microsoft Office PowerPoint</Application>
  <PresentationFormat>Widescreen</PresentationFormat>
  <Paragraphs>24</Paragraphs>
  <Slides>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6</vt:i4>
      </vt:variant>
      <vt:variant>
        <vt:lpstr>Slide Titles</vt:lpstr>
      </vt:variant>
      <vt:variant>
        <vt:i4>7</vt:i4>
      </vt:variant>
    </vt:vector>
  </HeadingPairs>
  <TitlesOfParts>
    <vt:vector size="21" baseType="lpstr">
      <vt:lpstr>ＭＳ Ｐゴシック</vt:lpstr>
      <vt:lpstr>Aptos</vt:lpstr>
      <vt:lpstr>Arial</vt:lpstr>
      <vt:lpstr>Calibri</vt:lpstr>
      <vt:lpstr>Futura Bk BT</vt:lpstr>
      <vt:lpstr>Symbol</vt:lpstr>
      <vt:lpstr>Times New Roman</vt:lpstr>
      <vt:lpstr>Wingdings</vt:lpstr>
      <vt:lpstr>Office Theme</vt:lpstr>
      <vt:lpstr>Office Theme</vt:lpstr>
      <vt:lpstr>Office Theme</vt:lpstr>
      <vt:lpstr>Office Theme</vt:lpstr>
      <vt:lpstr>Office Theme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number</dc:title>
  <dc:subject/>
  <dc:creator>Markus Stricker</dc:creator>
  <dc:description/>
  <cp:lastModifiedBy>Ahmed Mohamed Negm Abdallah ELSEADAWY</cp:lastModifiedBy>
  <cp:revision>140</cp:revision>
  <cp:lastPrinted>2024-08-23T14:30:35Z</cp:lastPrinted>
  <dcterms:created xsi:type="dcterms:W3CDTF">2024-08-21T16:32:21Z</dcterms:created>
  <dcterms:modified xsi:type="dcterms:W3CDTF">2025-11-29T18:31:30Z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PresentationFormat">
    <vt:lpwstr>Breitbild</vt:lpwstr>
  </property>
  <property fmtid="{D5CDD505-2E9C-101B-9397-08002B2CF9AE}" pid="4" name="Slides">
    <vt:i4>7</vt:i4>
  </property>
</Properties>
</file>